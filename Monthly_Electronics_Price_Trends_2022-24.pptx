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1" r:id="rId1"/>
  </p:sldMasterIdLst>
  <p:notesMasterIdLst>
    <p:notesMasterId r:id="rId15"/>
  </p:notesMasterIdLst>
  <p:sldIdLst>
    <p:sldId id="256" r:id="rId2"/>
    <p:sldId id="269" r:id="rId3"/>
    <p:sldId id="257" r:id="rId4"/>
    <p:sldId id="259" r:id="rId5"/>
    <p:sldId id="260" r:id="rId6"/>
    <p:sldId id="261" r:id="rId7"/>
    <p:sldId id="262" r:id="rId8"/>
    <p:sldId id="263" r:id="rId9"/>
    <p:sldId id="264" r:id="rId10"/>
    <p:sldId id="265" r:id="rId11"/>
    <p:sldId id="267" r:id="rId12"/>
    <p:sldId id="270" r:id="rId13"/>
    <p:sldId id="258" r:id="rId14"/>
  </p:sldIdLst>
  <p:sldSz cx="9144000" cy="5143500" type="screen16x9"/>
  <p:notesSz cx="9144000" cy="5143500"/>
  <p:embeddedFontLst>
    <p:embeddedFont>
      <p:font typeface="Arial Rounded MT Bold" panose="020F0704030504030204" pitchFamily="34" charset="0"/>
      <p:regular r:id="rId16"/>
    </p:embeddedFont>
    <p:embeddedFont>
      <p:font typeface="Calibri" panose="020F0502020204030204" pitchFamily="34" charset="0"/>
      <p:regular r:id="rId17"/>
      <p:bold r:id="rId18"/>
      <p:italic r:id="rId19"/>
      <p:boldItalic r:id="rId20"/>
    </p:embeddedFont>
    <p:embeddedFont>
      <p:font typeface="Garamond" panose="02020404030301010803" pitchFamily="18" charset="0"/>
      <p:regular r:id="rId21"/>
      <p:bold r:id="rId22"/>
      <p:italic r:id="rId23"/>
    </p:embeddedFont>
    <p:embeddedFont>
      <p:font typeface="Open Sans" panose="020B0606030504020204" pitchFamily="34" charset="0"/>
      <p:regular r:id="rId24"/>
      <p:bold r:id="rId25"/>
      <p:italic r:id="rId26"/>
      <p:boldItalic r:id="rId2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41" d="100"/>
          <a:sy n="141" d="100"/>
        </p:scale>
        <p:origin x="744"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FE5253-DFDC-42B0-A71C-811563D09E6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UA"/>
        </a:p>
      </dgm:t>
    </dgm:pt>
    <dgm:pt modelId="{B60AEA84-6ECD-4703-8C24-131D1D7B1613}">
      <dgm:prSet custT="1"/>
      <dgm:spPr/>
      <dgm:t>
        <a:bodyPr/>
        <a:lstStyle/>
        <a:p>
          <a:r>
            <a:rPr lang="en-US" sz="1400" b="1" dirty="0"/>
            <a:t>Insight:</a:t>
          </a:r>
          <a:r>
            <a:rPr lang="en-US" sz="1400" dirty="0"/>
            <a:t> The analysis reveals the degree of unit price volatility across the product portfolio over the year. Certain products (inner ring) exhibit high price fragmentation across various order dates (outer rings). This highlights frequent fluctuations in the unit price, most likely driven by regular promotional discounts, dynamic pricing strategies, or shifting supplier costs. Conversely, other product categories maintain a monolithic structure, indicating a rigid and highly stable pricing policy with no significant price variations or discounts applied during the analyzed period.</a:t>
          </a:r>
          <a:endParaRPr lang="ru-UA" sz="1400" dirty="0"/>
        </a:p>
      </dgm:t>
    </dgm:pt>
    <dgm:pt modelId="{794DECCE-6672-4C37-BAEF-365C027CE936}" type="parTrans" cxnId="{1DA628F6-C154-45C9-B4AF-8D39E5C18830}">
      <dgm:prSet/>
      <dgm:spPr/>
      <dgm:t>
        <a:bodyPr/>
        <a:lstStyle/>
        <a:p>
          <a:endParaRPr lang="ru-UA"/>
        </a:p>
      </dgm:t>
    </dgm:pt>
    <dgm:pt modelId="{ED307DE7-BCD2-4902-9D5E-209BA172DB42}" type="sibTrans" cxnId="{1DA628F6-C154-45C9-B4AF-8D39E5C18830}">
      <dgm:prSet/>
      <dgm:spPr/>
      <dgm:t>
        <a:bodyPr/>
        <a:lstStyle/>
        <a:p>
          <a:endParaRPr lang="ru-UA"/>
        </a:p>
      </dgm:t>
    </dgm:pt>
    <dgm:pt modelId="{91BF6E92-9348-417E-80FD-E05B58D27D92}" type="pres">
      <dgm:prSet presAssocID="{2DFE5253-DFDC-42B0-A71C-811563D09E65}" presName="linear" presStyleCnt="0">
        <dgm:presLayoutVars>
          <dgm:animLvl val="lvl"/>
          <dgm:resizeHandles val="exact"/>
        </dgm:presLayoutVars>
      </dgm:prSet>
      <dgm:spPr/>
    </dgm:pt>
    <dgm:pt modelId="{16CE4195-AAFE-4DBA-95E0-6E37ABE620EC}" type="pres">
      <dgm:prSet presAssocID="{B60AEA84-6ECD-4703-8C24-131D1D7B1613}" presName="parentText" presStyleLbl="node1" presStyleIdx="0" presStyleCnt="1" custScaleX="95238" custLinFactNeighborX="-6032" custLinFactNeighborY="-4135">
        <dgm:presLayoutVars>
          <dgm:chMax val="0"/>
          <dgm:bulletEnabled val="1"/>
        </dgm:presLayoutVars>
      </dgm:prSet>
      <dgm:spPr/>
    </dgm:pt>
  </dgm:ptLst>
  <dgm:cxnLst>
    <dgm:cxn modelId="{B3D1C4CE-1DDB-4CF2-BBFF-84B15EE2488A}" type="presOf" srcId="{2DFE5253-DFDC-42B0-A71C-811563D09E65}" destId="{91BF6E92-9348-417E-80FD-E05B58D27D92}" srcOrd="0" destOrd="0" presId="urn:microsoft.com/office/officeart/2005/8/layout/vList2"/>
    <dgm:cxn modelId="{1C35BCED-F475-45A8-974A-178FE2BC9141}" type="presOf" srcId="{B60AEA84-6ECD-4703-8C24-131D1D7B1613}" destId="{16CE4195-AAFE-4DBA-95E0-6E37ABE620EC}" srcOrd="0" destOrd="0" presId="urn:microsoft.com/office/officeart/2005/8/layout/vList2"/>
    <dgm:cxn modelId="{1DA628F6-C154-45C9-B4AF-8D39E5C18830}" srcId="{2DFE5253-DFDC-42B0-A71C-811563D09E65}" destId="{B60AEA84-6ECD-4703-8C24-131D1D7B1613}" srcOrd="0" destOrd="0" parTransId="{794DECCE-6672-4C37-BAEF-365C027CE936}" sibTransId="{ED307DE7-BCD2-4902-9D5E-209BA172DB42}"/>
    <dgm:cxn modelId="{549E563D-4756-405D-8EA2-7B001306F000}" type="presParOf" srcId="{91BF6E92-9348-417E-80FD-E05B58D27D92}" destId="{16CE4195-AAFE-4DBA-95E0-6E37ABE620EC}"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AB7721C-E6EA-427D-9995-3AD75AD7753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ru-UA"/>
        </a:p>
      </dgm:t>
    </dgm:pt>
    <dgm:pt modelId="{2E0316B4-47AA-495C-A49E-10158D4C98FA}">
      <dgm:prSet/>
      <dgm:spPr/>
      <dgm:t>
        <a:bodyPr/>
        <a:lstStyle/>
        <a:p>
          <a:r>
            <a:rPr lang="en-US" b="1"/>
            <a:t>Insight</a:t>
          </a:r>
          <a:r>
            <a:rPr lang="en-US"/>
            <a:t>: The pricing distribution is bimodal. The highest sales volumes are concentrated in two distinct segments: budget (25-50) and premium (150-175). Mid-range products see notably less traction.</a:t>
          </a:r>
          <a:endParaRPr lang="ru-UA"/>
        </a:p>
      </dgm:t>
    </dgm:pt>
    <dgm:pt modelId="{96940A83-44B7-41DF-90B9-ECBCAA18932B}" type="parTrans" cxnId="{2F22B7E6-FC84-4162-9810-5AC7FB4BF7E9}">
      <dgm:prSet/>
      <dgm:spPr/>
      <dgm:t>
        <a:bodyPr/>
        <a:lstStyle/>
        <a:p>
          <a:endParaRPr lang="ru-UA"/>
        </a:p>
      </dgm:t>
    </dgm:pt>
    <dgm:pt modelId="{DE8D9777-78B8-46A8-93C1-3C5D92735315}" type="sibTrans" cxnId="{2F22B7E6-FC84-4162-9810-5AC7FB4BF7E9}">
      <dgm:prSet/>
      <dgm:spPr/>
      <dgm:t>
        <a:bodyPr/>
        <a:lstStyle/>
        <a:p>
          <a:endParaRPr lang="ru-UA"/>
        </a:p>
      </dgm:t>
    </dgm:pt>
    <dgm:pt modelId="{6125AEAB-DE7C-46FD-9B6D-DB11F7A8F853}" type="pres">
      <dgm:prSet presAssocID="{4AB7721C-E6EA-427D-9995-3AD75AD7753F}" presName="linear" presStyleCnt="0">
        <dgm:presLayoutVars>
          <dgm:animLvl val="lvl"/>
          <dgm:resizeHandles val="exact"/>
        </dgm:presLayoutVars>
      </dgm:prSet>
      <dgm:spPr/>
    </dgm:pt>
    <dgm:pt modelId="{24CCB233-7A58-40B9-B846-AAA23BC21305}" type="pres">
      <dgm:prSet presAssocID="{2E0316B4-47AA-495C-A49E-10158D4C98FA}" presName="parentText" presStyleLbl="node1" presStyleIdx="0" presStyleCnt="1">
        <dgm:presLayoutVars>
          <dgm:chMax val="0"/>
          <dgm:bulletEnabled val="1"/>
        </dgm:presLayoutVars>
      </dgm:prSet>
      <dgm:spPr/>
    </dgm:pt>
  </dgm:ptLst>
  <dgm:cxnLst>
    <dgm:cxn modelId="{7D437A0C-CD98-4B0A-806F-C1F0BEDD7575}" type="presOf" srcId="{2E0316B4-47AA-495C-A49E-10158D4C98FA}" destId="{24CCB233-7A58-40B9-B846-AAA23BC21305}" srcOrd="0" destOrd="0" presId="urn:microsoft.com/office/officeart/2005/8/layout/vList2"/>
    <dgm:cxn modelId="{45D18BB2-2B98-4205-8467-6D6E74E6F279}" type="presOf" srcId="{4AB7721C-E6EA-427D-9995-3AD75AD7753F}" destId="{6125AEAB-DE7C-46FD-9B6D-DB11F7A8F853}" srcOrd="0" destOrd="0" presId="urn:microsoft.com/office/officeart/2005/8/layout/vList2"/>
    <dgm:cxn modelId="{2F22B7E6-FC84-4162-9810-5AC7FB4BF7E9}" srcId="{4AB7721C-E6EA-427D-9995-3AD75AD7753F}" destId="{2E0316B4-47AA-495C-A49E-10158D4C98FA}" srcOrd="0" destOrd="0" parTransId="{96940A83-44B7-41DF-90B9-ECBCAA18932B}" sibTransId="{DE8D9777-78B8-46A8-93C1-3C5D92735315}"/>
    <dgm:cxn modelId="{CBAC6293-9E8A-4B7D-B5B1-5999EEAA1672}" type="presParOf" srcId="{6125AEAB-DE7C-46FD-9B6D-DB11F7A8F853}" destId="{24CCB233-7A58-40B9-B846-AAA23BC2130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1B46C6-6D99-4E8F-9E1A-8FA70FEA66A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ru-UA"/>
        </a:p>
      </dgm:t>
    </dgm:pt>
    <dgm:pt modelId="{E775F215-A48A-40FC-8C8C-549E6D499A70}">
      <dgm:prSet/>
      <dgm:spPr/>
      <dgm:t>
        <a:bodyPr/>
        <a:lstStyle/>
        <a:p>
          <a:r>
            <a:rPr lang="en-US" b="1"/>
            <a:t>Insight:</a:t>
          </a:r>
          <a:r>
            <a:rPr lang="en-US"/>
            <a:t> Tablets are the absolute revenue drivers, generating nearly 1.8K. The average product revenue is 1.01K. Exactly half of the catalog (5 products, including Keyboards and Monitors) performs above this average, while items like Mice and Headphones lag behind.</a:t>
          </a:r>
          <a:endParaRPr lang="ru-UA"/>
        </a:p>
      </dgm:t>
    </dgm:pt>
    <dgm:pt modelId="{6B1F6B28-4C28-4185-BAEF-FF356F762DDA}" type="parTrans" cxnId="{0B85A127-1574-4F22-B358-0BA64403112E}">
      <dgm:prSet/>
      <dgm:spPr/>
      <dgm:t>
        <a:bodyPr/>
        <a:lstStyle/>
        <a:p>
          <a:endParaRPr lang="ru-UA"/>
        </a:p>
      </dgm:t>
    </dgm:pt>
    <dgm:pt modelId="{2EDAB0AE-5006-4348-907B-5A0B0FB217F5}" type="sibTrans" cxnId="{0B85A127-1574-4F22-B358-0BA64403112E}">
      <dgm:prSet/>
      <dgm:spPr/>
      <dgm:t>
        <a:bodyPr/>
        <a:lstStyle/>
        <a:p>
          <a:endParaRPr lang="ru-UA"/>
        </a:p>
      </dgm:t>
    </dgm:pt>
    <dgm:pt modelId="{9B8ED413-387C-4C11-BCA3-FB1CDCE69B35}" type="pres">
      <dgm:prSet presAssocID="{D01B46C6-6D99-4E8F-9E1A-8FA70FEA66A1}" presName="linear" presStyleCnt="0">
        <dgm:presLayoutVars>
          <dgm:animLvl val="lvl"/>
          <dgm:resizeHandles val="exact"/>
        </dgm:presLayoutVars>
      </dgm:prSet>
      <dgm:spPr/>
    </dgm:pt>
    <dgm:pt modelId="{2CE9DC89-0335-4DB9-B8F3-C5AB2F14D1EB}" type="pres">
      <dgm:prSet presAssocID="{E775F215-A48A-40FC-8C8C-549E6D499A70}" presName="parentText" presStyleLbl="node1" presStyleIdx="0" presStyleCnt="1">
        <dgm:presLayoutVars>
          <dgm:chMax val="0"/>
          <dgm:bulletEnabled val="1"/>
        </dgm:presLayoutVars>
      </dgm:prSet>
      <dgm:spPr/>
    </dgm:pt>
  </dgm:ptLst>
  <dgm:cxnLst>
    <dgm:cxn modelId="{0B85A127-1574-4F22-B358-0BA64403112E}" srcId="{D01B46C6-6D99-4E8F-9E1A-8FA70FEA66A1}" destId="{E775F215-A48A-40FC-8C8C-549E6D499A70}" srcOrd="0" destOrd="0" parTransId="{6B1F6B28-4C28-4185-BAEF-FF356F762DDA}" sibTransId="{2EDAB0AE-5006-4348-907B-5A0B0FB217F5}"/>
    <dgm:cxn modelId="{D994D3A3-B67F-486A-8115-DBF65EB05B88}" type="presOf" srcId="{E775F215-A48A-40FC-8C8C-549E6D499A70}" destId="{2CE9DC89-0335-4DB9-B8F3-C5AB2F14D1EB}" srcOrd="0" destOrd="0" presId="urn:microsoft.com/office/officeart/2005/8/layout/vList2"/>
    <dgm:cxn modelId="{8EF686FC-07D8-40C8-B1B4-F5DBE1F53229}" type="presOf" srcId="{D01B46C6-6D99-4E8F-9E1A-8FA70FEA66A1}" destId="{9B8ED413-387C-4C11-BCA3-FB1CDCE69B35}" srcOrd="0" destOrd="0" presId="urn:microsoft.com/office/officeart/2005/8/layout/vList2"/>
    <dgm:cxn modelId="{555CBD48-348B-45A0-8662-0E824B6983C6}" type="presParOf" srcId="{9B8ED413-387C-4C11-BCA3-FB1CDCE69B35}" destId="{2CE9DC89-0335-4DB9-B8F3-C5AB2F14D1E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4BB8D24-4BFD-4C74-B848-30BCC9D1F6A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ru-UA"/>
        </a:p>
      </dgm:t>
    </dgm:pt>
    <dgm:pt modelId="{23A13D8B-BDB7-42FF-907F-C7DA17FC9021}">
      <dgm:prSet/>
      <dgm:spPr/>
      <dgm:t>
        <a:bodyPr/>
        <a:lstStyle/>
        <a:p>
          <a:r>
            <a:rPr lang="en-US" b="1"/>
            <a:t>Insight</a:t>
          </a:r>
          <a:r>
            <a:rPr lang="en-US"/>
            <a:t>: Sales are non-linear and fluctuate significantly month-over-month. With an average monthly baseline of 777, there are major peaks in April (~1.4K) and July (~1K), contrasted by significant dips in February and June.</a:t>
          </a:r>
          <a:endParaRPr lang="ru-UA"/>
        </a:p>
      </dgm:t>
    </dgm:pt>
    <dgm:pt modelId="{C04A828A-464F-4E75-AA79-0FBECC2BB1D2}" type="parTrans" cxnId="{61D61F25-81FA-41AE-BF3A-AD7094BF5A1A}">
      <dgm:prSet/>
      <dgm:spPr/>
      <dgm:t>
        <a:bodyPr/>
        <a:lstStyle/>
        <a:p>
          <a:endParaRPr lang="ru-UA"/>
        </a:p>
      </dgm:t>
    </dgm:pt>
    <dgm:pt modelId="{05343D78-7092-427C-88DB-71EF48E69327}" type="sibTrans" cxnId="{61D61F25-81FA-41AE-BF3A-AD7094BF5A1A}">
      <dgm:prSet/>
      <dgm:spPr/>
      <dgm:t>
        <a:bodyPr/>
        <a:lstStyle/>
        <a:p>
          <a:endParaRPr lang="ru-UA"/>
        </a:p>
      </dgm:t>
    </dgm:pt>
    <dgm:pt modelId="{76FFB869-2DA1-403A-983E-4CDBC5EAABFE}" type="pres">
      <dgm:prSet presAssocID="{44BB8D24-4BFD-4C74-B848-30BCC9D1F6A4}" presName="linear" presStyleCnt="0">
        <dgm:presLayoutVars>
          <dgm:animLvl val="lvl"/>
          <dgm:resizeHandles val="exact"/>
        </dgm:presLayoutVars>
      </dgm:prSet>
      <dgm:spPr/>
    </dgm:pt>
    <dgm:pt modelId="{134D3DAA-1E21-4AD2-891F-93A7AF001504}" type="pres">
      <dgm:prSet presAssocID="{23A13D8B-BDB7-42FF-907F-C7DA17FC9021}" presName="parentText" presStyleLbl="node1" presStyleIdx="0" presStyleCnt="1">
        <dgm:presLayoutVars>
          <dgm:chMax val="0"/>
          <dgm:bulletEnabled val="1"/>
        </dgm:presLayoutVars>
      </dgm:prSet>
      <dgm:spPr/>
    </dgm:pt>
  </dgm:ptLst>
  <dgm:cxnLst>
    <dgm:cxn modelId="{61D61F25-81FA-41AE-BF3A-AD7094BF5A1A}" srcId="{44BB8D24-4BFD-4C74-B848-30BCC9D1F6A4}" destId="{23A13D8B-BDB7-42FF-907F-C7DA17FC9021}" srcOrd="0" destOrd="0" parTransId="{C04A828A-464F-4E75-AA79-0FBECC2BB1D2}" sibTransId="{05343D78-7092-427C-88DB-71EF48E69327}"/>
    <dgm:cxn modelId="{7937495C-09F0-48D8-A6D8-4358ECA0600F}" type="presOf" srcId="{23A13D8B-BDB7-42FF-907F-C7DA17FC9021}" destId="{134D3DAA-1E21-4AD2-891F-93A7AF001504}" srcOrd="0" destOrd="0" presId="urn:microsoft.com/office/officeart/2005/8/layout/vList2"/>
    <dgm:cxn modelId="{FF939DF2-2A1B-43FB-B152-79E531B2729A}" type="presOf" srcId="{44BB8D24-4BFD-4C74-B848-30BCC9D1F6A4}" destId="{76FFB869-2DA1-403A-983E-4CDBC5EAABFE}" srcOrd="0" destOrd="0" presId="urn:microsoft.com/office/officeart/2005/8/layout/vList2"/>
    <dgm:cxn modelId="{4F966795-736A-4D8A-A2CA-FDD3A6901939}" type="presParOf" srcId="{76FFB869-2DA1-403A-983E-4CDBC5EAABFE}" destId="{134D3DAA-1E21-4AD2-891F-93A7AF001504}"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7B1205C-67E1-4B06-A19D-B6A4172217A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ru-UA"/>
        </a:p>
      </dgm:t>
    </dgm:pt>
    <dgm:pt modelId="{65B455EE-01C2-44C0-BFD9-ED09FECE2C4C}">
      <dgm:prSet/>
      <dgm:spPr/>
      <dgm:t>
        <a:bodyPr/>
        <a:lstStyle/>
        <a:p>
          <a:r>
            <a:rPr lang="en-US" b="1"/>
            <a:t>Insight:</a:t>
          </a:r>
          <a:r>
            <a:rPr lang="en-US"/>
            <a:t> Month-to-Date performance is not uniform. The success of specific periods is heavily dependent on shifts in the daily product mix rather than a steady, predictable flow of sales.</a:t>
          </a:r>
          <a:endParaRPr lang="ru-UA"/>
        </a:p>
      </dgm:t>
    </dgm:pt>
    <dgm:pt modelId="{3486B177-A17E-4A23-B3D0-1794B14CAE45}" type="parTrans" cxnId="{BA3FBECB-7F15-481D-9133-9B000B08066F}">
      <dgm:prSet/>
      <dgm:spPr/>
      <dgm:t>
        <a:bodyPr/>
        <a:lstStyle/>
        <a:p>
          <a:endParaRPr lang="ru-UA"/>
        </a:p>
      </dgm:t>
    </dgm:pt>
    <dgm:pt modelId="{805B06DE-5DF9-4FA0-AE8E-C3716A27988E}" type="sibTrans" cxnId="{BA3FBECB-7F15-481D-9133-9B000B08066F}">
      <dgm:prSet/>
      <dgm:spPr/>
      <dgm:t>
        <a:bodyPr/>
        <a:lstStyle/>
        <a:p>
          <a:endParaRPr lang="ru-UA"/>
        </a:p>
      </dgm:t>
    </dgm:pt>
    <dgm:pt modelId="{A98F65F3-BAFC-48E3-8F91-B4ED59EE5316}" type="pres">
      <dgm:prSet presAssocID="{47B1205C-67E1-4B06-A19D-B6A4172217AE}" presName="linear" presStyleCnt="0">
        <dgm:presLayoutVars>
          <dgm:animLvl val="lvl"/>
          <dgm:resizeHandles val="exact"/>
        </dgm:presLayoutVars>
      </dgm:prSet>
      <dgm:spPr/>
    </dgm:pt>
    <dgm:pt modelId="{7DD0EC94-75DF-4CCF-9B51-BEFAA3CCB1B6}" type="pres">
      <dgm:prSet presAssocID="{65B455EE-01C2-44C0-BFD9-ED09FECE2C4C}" presName="parentText" presStyleLbl="node1" presStyleIdx="0" presStyleCnt="1">
        <dgm:presLayoutVars>
          <dgm:chMax val="0"/>
          <dgm:bulletEnabled val="1"/>
        </dgm:presLayoutVars>
      </dgm:prSet>
      <dgm:spPr/>
    </dgm:pt>
  </dgm:ptLst>
  <dgm:cxnLst>
    <dgm:cxn modelId="{6C4B3F32-2D90-4AFE-A896-C87D1B5FC4B8}" type="presOf" srcId="{65B455EE-01C2-44C0-BFD9-ED09FECE2C4C}" destId="{7DD0EC94-75DF-4CCF-9B51-BEFAA3CCB1B6}" srcOrd="0" destOrd="0" presId="urn:microsoft.com/office/officeart/2005/8/layout/vList2"/>
    <dgm:cxn modelId="{BA3FBECB-7F15-481D-9133-9B000B08066F}" srcId="{47B1205C-67E1-4B06-A19D-B6A4172217AE}" destId="{65B455EE-01C2-44C0-BFD9-ED09FECE2C4C}" srcOrd="0" destOrd="0" parTransId="{3486B177-A17E-4A23-B3D0-1794B14CAE45}" sibTransId="{805B06DE-5DF9-4FA0-AE8E-C3716A27988E}"/>
    <dgm:cxn modelId="{DCA9E8ED-9DC8-4584-A22A-01EAED008D7C}" type="presOf" srcId="{47B1205C-67E1-4B06-A19D-B6A4172217AE}" destId="{A98F65F3-BAFC-48E3-8F91-B4ED59EE5316}" srcOrd="0" destOrd="0" presId="urn:microsoft.com/office/officeart/2005/8/layout/vList2"/>
    <dgm:cxn modelId="{3AB86916-1C26-40C3-A793-4B1A0FCF9534}" type="presParOf" srcId="{A98F65F3-BAFC-48E3-8F91-B4ED59EE5316}" destId="{7DD0EC94-75DF-4CCF-9B51-BEFAA3CCB1B6}"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8386348-4555-420A-9B18-91DB2AB9E75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ru-UA"/>
        </a:p>
      </dgm:t>
    </dgm:pt>
    <dgm:pt modelId="{1593AD4A-7B5F-483F-91E3-2E0E5762072D}">
      <dgm:prSet/>
      <dgm:spPr/>
      <dgm:t>
        <a:bodyPr/>
        <a:lstStyle/>
        <a:p>
          <a:r>
            <a:rPr lang="en-US" b="1"/>
            <a:t>Insight:</a:t>
          </a:r>
          <a:r>
            <a:rPr lang="en-US"/>
            <a:t> Cumulative revenue shows strong and continuous growth, reaching over 10K by the end of December. The growth rate remained remarkably stable throughout most of the year.</a:t>
          </a:r>
          <a:endParaRPr lang="ru-UA"/>
        </a:p>
      </dgm:t>
    </dgm:pt>
    <dgm:pt modelId="{AA3C82A0-925D-411F-B5FD-C18F87E18511}" type="parTrans" cxnId="{832CA804-8336-448D-A1D4-AB890B46AA1E}">
      <dgm:prSet/>
      <dgm:spPr/>
      <dgm:t>
        <a:bodyPr/>
        <a:lstStyle/>
        <a:p>
          <a:endParaRPr lang="ru-UA"/>
        </a:p>
      </dgm:t>
    </dgm:pt>
    <dgm:pt modelId="{76BAC85D-E0B4-4817-999A-F4D25E3A0438}" type="sibTrans" cxnId="{832CA804-8336-448D-A1D4-AB890B46AA1E}">
      <dgm:prSet/>
      <dgm:spPr/>
      <dgm:t>
        <a:bodyPr/>
        <a:lstStyle/>
        <a:p>
          <a:endParaRPr lang="ru-UA"/>
        </a:p>
      </dgm:t>
    </dgm:pt>
    <dgm:pt modelId="{4B745B3C-141F-408C-9A43-99810C39FA29}" type="pres">
      <dgm:prSet presAssocID="{98386348-4555-420A-9B18-91DB2AB9E750}" presName="linear" presStyleCnt="0">
        <dgm:presLayoutVars>
          <dgm:animLvl val="lvl"/>
          <dgm:resizeHandles val="exact"/>
        </dgm:presLayoutVars>
      </dgm:prSet>
      <dgm:spPr/>
    </dgm:pt>
    <dgm:pt modelId="{CC37693B-4054-4CC1-8B2F-52564D3B28C2}" type="pres">
      <dgm:prSet presAssocID="{1593AD4A-7B5F-483F-91E3-2E0E5762072D}" presName="parentText" presStyleLbl="node1" presStyleIdx="0" presStyleCnt="1">
        <dgm:presLayoutVars>
          <dgm:chMax val="0"/>
          <dgm:bulletEnabled val="1"/>
        </dgm:presLayoutVars>
      </dgm:prSet>
      <dgm:spPr/>
    </dgm:pt>
  </dgm:ptLst>
  <dgm:cxnLst>
    <dgm:cxn modelId="{832CA804-8336-448D-A1D4-AB890B46AA1E}" srcId="{98386348-4555-420A-9B18-91DB2AB9E750}" destId="{1593AD4A-7B5F-483F-91E3-2E0E5762072D}" srcOrd="0" destOrd="0" parTransId="{AA3C82A0-925D-411F-B5FD-C18F87E18511}" sibTransId="{76BAC85D-E0B4-4817-999A-F4D25E3A0438}"/>
    <dgm:cxn modelId="{B1DFE35B-19F0-4AD8-82FF-2A055294069D}" type="presOf" srcId="{98386348-4555-420A-9B18-91DB2AB9E750}" destId="{4B745B3C-141F-408C-9A43-99810C39FA29}" srcOrd="0" destOrd="0" presId="urn:microsoft.com/office/officeart/2005/8/layout/vList2"/>
    <dgm:cxn modelId="{89BA6EB4-2310-453D-991E-CA46707D0DF3}" type="presOf" srcId="{1593AD4A-7B5F-483F-91E3-2E0E5762072D}" destId="{CC37693B-4054-4CC1-8B2F-52564D3B28C2}" srcOrd="0" destOrd="0" presId="urn:microsoft.com/office/officeart/2005/8/layout/vList2"/>
    <dgm:cxn modelId="{19406F83-F211-4663-8382-8BA9AC0B2F32}" type="presParOf" srcId="{4B745B3C-141F-408C-9A43-99810C39FA29}" destId="{CC37693B-4054-4CC1-8B2F-52564D3B28C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8A16130-9C01-4748-A8D6-991D3C69906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ru-UA"/>
        </a:p>
      </dgm:t>
    </dgm:pt>
    <dgm:pt modelId="{E0293AAA-E132-46BF-87A6-B08700EC89AE}">
      <dgm:prSet/>
      <dgm:spPr/>
      <dgm:t>
        <a:bodyPr/>
        <a:lstStyle/>
        <a:p>
          <a:r>
            <a:rPr lang="en-US" b="1"/>
            <a:t>Insight:</a:t>
          </a:r>
          <a:r>
            <a:rPr lang="en-US"/>
            <a:t> Weekly revenue is highly volatile, oscillating between near-zero and 500+. However, despite these sharp fluctuations, the long-term trendline maintains a steady, slight upward trajectory throughout the year.</a:t>
          </a:r>
          <a:endParaRPr lang="ru-UA"/>
        </a:p>
      </dgm:t>
    </dgm:pt>
    <dgm:pt modelId="{1485291D-14C2-4912-B258-61D41D9D09C4}" type="parTrans" cxnId="{3071A266-11A3-4DE0-9497-03BC9464D4DA}">
      <dgm:prSet/>
      <dgm:spPr/>
      <dgm:t>
        <a:bodyPr/>
        <a:lstStyle/>
        <a:p>
          <a:endParaRPr lang="ru-UA"/>
        </a:p>
      </dgm:t>
    </dgm:pt>
    <dgm:pt modelId="{6677FDA9-8419-49A4-99FD-23A920E41588}" type="sibTrans" cxnId="{3071A266-11A3-4DE0-9497-03BC9464D4DA}">
      <dgm:prSet/>
      <dgm:spPr/>
      <dgm:t>
        <a:bodyPr/>
        <a:lstStyle/>
        <a:p>
          <a:endParaRPr lang="ru-UA"/>
        </a:p>
      </dgm:t>
    </dgm:pt>
    <dgm:pt modelId="{F92109A8-BF6E-4254-AD40-D5F53AB8CB69}" type="pres">
      <dgm:prSet presAssocID="{98A16130-9C01-4748-A8D6-991D3C699065}" presName="linear" presStyleCnt="0">
        <dgm:presLayoutVars>
          <dgm:animLvl val="lvl"/>
          <dgm:resizeHandles val="exact"/>
        </dgm:presLayoutVars>
      </dgm:prSet>
      <dgm:spPr/>
    </dgm:pt>
    <dgm:pt modelId="{66B8D56A-7D82-4E95-9176-3B26463786AD}" type="pres">
      <dgm:prSet presAssocID="{E0293AAA-E132-46BF-87A6-B08700EC89AE}" presName="parentText" presStyleLbl="node1" presStyleIdx="0" presStyleCnt="1">
        <dgm:presLayoutVars>
          <dgm:chMax val="0"/>
          <dgm:bulletEnabled val="1"/>
        </dgm:presLayoutVars>
      </dgm:prSet>
      <dgm:spPr/>
    </dgm:pt>
  </dgm:ptLst>
  <dgm:cxnLst>
    <dgm:cxn modelId="{3071A266-11A3-4DE0-9497-03BC9464D4DA}" srcId="{98A16130-9C01-4748-A8D6-991D3C699065}" destId="{E0293AAA-E132-46BF-87A6-B08700EC89AE}" srcOrd="0" destOrd="0" parTransId="{1485291D-14C2-4912-B258-61D41D9D09C4}" sibTransId="{6677FDA9-8419-49A4-99FD-23A920E41588}"/>
    <dgm:cxn modelId="{B5AEDB4B-982E-4B64-9AA5-BCFE49E16182}" type="presOf" srcId="{98A16130-9C01-4748-A8D6-991D3C699065}" destId="{F92109A8-BF6E-4254-AD40-D5F53AB8CB69}" srcOrd="0" destOrd="0" presId="urn:microsoft.com/office/officeart/2005/8/layout/vList2"/>
    <dgm:cxn modelId="{89E6E359-5883-4575-A4DC-5DAF83CE580B}" type="presOf" srcId="{E0293AAA-E132-46BF-87A6-B08700EC89AE}" destId="{66B8D56A-7D82-4E95-9176-3B26463786AD}" srcOrd="0" destOrd="0" presId="urn:microsoft.com/office/officeart/2005/8/layout/vList2"/>
    <dgm:cxn modelId="{FE7A31A1-6FB9-4F5A-ACA4-A6448BFC233F}" type="presParOf" srcId="{F92109A8-BF6E-4254-AD40-D5F53AB8CB69}" destId="{66B8D56A-7D82-4E95-9176-3B26463786AD}"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9D6C34B-D090-44DA-9D92-571452576E2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UA"/>
        </a:p>
      </dgm:t>
    </dgm:pt>
    <dgm:pt modelId="{913C6D2E-5434-4C34-8795-34C6E9891323}">
      <dgm:prSet/>
      <dgm:spPr/>
      <dgm:t>
        <a:bodyPr/>
        <a:lstStyle/>
        <a:p>
          <a:r>
            <a:rPr lang="en-US" b="1" dirty="0"/>
            <a:t>Insight:</a:t>
          </a:r>
          <a:r>
            <a:rPr lang="en-US" dirty="0"/>
            <a:t> Specific product categories experience extreme seasonal spikes. For instance, there is a sharp increase in External Hard Drive sales in late summer and Monitors in autumn, indicating potential project-based or seasonal purchasing.</a:t>
          </a:r>
          <a:endParaRPr lang="ru-UA" dirty="0"/>
        </a:p>
      </dgm:t>
    </dgm:pt>
    <dgm:pt modelId="{E0230354-1A32-4F11-B225-94B764B561B0}" type="parTrans" cxnId="{5A3442B9-0AE9-40F1-AFDB-A6A3296435B7}">
      <dgm:prSet/>
      <dgm:spPr/>
      <dgm:t>
        <a:bodyPr/>
        <a:lstStyle/>
        <a:p>
          <a:endParaRPr lang="ru-UA"/>
        </a:p>
      </dgm:t>
    </dgm:pt>
    <dgm:pt modelId="{9D0BF49D-8DAA-4695-B538-58E1051F6589}" type="sibTrans" cxnId="{5A3442B9-0AE9-40F1-AFDB-A6A3296435B7}">
      <dgm:prSet/>
      <dgm:spPr/>
      <dgm:t>
        <a:bodyPr/>
        <a:lstStyle/>
        <a:p>
          <a:endParaRPr lang="ru-UA"/>
        </a:p>
      </dgm:t>
    </dgm:pt>
    <dgm:pt modelId="{136509AB-B204-4646-A1B0-92A6EC1F73A2}" type="pres">
      <dgm:prSet presAssocID="{F9D6C34B-D090-44DA-9D92-571452576E2E}" presName="linear" presStyleCnt="0">
        <dgm:presLayoutVars>
          <dgm:animLvl val="lvl"/>
          <dgm:resizeHandles val="exact"/>
        </dgm:presLayoutVars>
      </dgm:prSet>
      <dgm:spPr/>
    </dgm:pt>
    <dgm:pt modelId="{68E9F7E8-4D63-460D-B99E-FFFC3B5605AD}" type="pres">
      <dgm:prSet presAssocID="{913C6D2E-5434-4C34-8795-34C6E9891323}" presName="parentText" presStyleLbl="node1" presStyleIdx="0" presStyleCnt="1" custScaleY="106052">
        <dgm:presLayoutVars>
          <dgm:chMax val="0"/>
          <dgm:bulletEnabled val="1"/>
        </dgm:presLayoutVars>
      </dgm:prSet>
      <dgm:spPr/>
    </dgm:pt>
  </dgm:ptLst>
  <dgm:cxnLst>
    <dgm:cxn modelId="{9F8D1235-B85E-42F6-92AC-FE71AFB97EC5}" type="presOf" srcId="{F9D6C34B-D090-44DA-9D92-571452576E2E}" destId="{136509AB-B204-4646-A1B0-92A6EC1F73A2}" srcOrd="0" destOrd="0" presId="urn:microsoft.com/office/officeart/2005/8/layout/vList2"/>
    <dgm:cxn modelId="{799DDC37-B01B-47BB-B4E0-3300A7BCB74E}" type="presOf" srcId="{913C6D2E-5434-4C34-8795-34C6E9891323}" destId="{68E9F7E8-4D63-460D-B99E-FFFC3B5605AD}" srcOrd="0" destOrd="0" presId="urn:microsoft.com/office/officeart/2005/8/layout/vList2"/>
    <dgm:cxn modelId="{5A3442B9-0AE9-40F1-AFDB-A6A3296435B7}" srcId="{F9D6C34B-D090-44DA-9D92-571452576E2E}" destId="{913C6D2E-5434-4C34-8795-34C6E9891323}" srcOrd="0" destOrd="0" parTransId="{E0230354-1A32-4F11-B225-94B764B561B0}" sibTransId="{9D0BF49D-8DAA-4695-B538-58E1051F6589}"/>
    <dgm:cxn modelId="{A67D0F26-EC76-4F00-8588-9AD19634B625}" type="presParOf" srcId="{136509AB-B204-4646-A1B0-92A6EC1F73A2}" destId="{68E9F7E8-4D63-460D-B99E-FFFC3B5605AD}"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23F196A-2F77-44B8-A2E6-EFCF4BAB7576}" type="doc">
      <dgm:prSet loTypeId="urn:microsoft.com/office/officeart/2005/8/layout/target2" loCatId="relationship" qsTypeId="urn:microsoft.com/office/officeart/2005/8/quickstyle/simple1" qsCatId="simple" csTypeId="urn:microsoft.com/office/officeart/2005/8/colors/accent1_2" csCatId="accent1"/>
      <dgm:spPr/>
      <dgm:t>
        <a:bodyPr/>
        <a:lstStyle/>
        <a:p>
          <a:endParaRPr lang="ru-UA"/>
        </a:p>
      </dgm:t>
    </dgm:pt>
    <dgm:pt modelId="{60D14504-873B-45D2-BF11-8361F2CB67EA}">
      <dgm:prSet custT="1"/>
      <dgm:spPr/>
      <dgm:t>
        <a:bodyPr/>
        <a:lstStyle/>
        <a:p>
          <a:r>
            <a:rPr lang="en-US" sz="1200" b="1" dirty="0"/>
            <a:t>Insight:</a:t>
          </a:r>
          <a:r>
            <a:rPr lang="en-US" sz="1200" dirty="0"/>
            <a:t> Order volumes are unevenly distributed over time. The data shows dense clusters of average-sized transactions, alongside rare but significant bulk orders that heavily impact total metrics.</a:t>
          </a:r>
          <a:endParaRPr lang="ru-UA" sz="1200" dirty="0"/>
        </a:p>
      </dgm:t>
    </dgm:pt>
    <dgm:pt modelId="{48272D12-9C51-48C1-A219-9A65E124523F}" type="parTrans" cxnId="{A10C973E-5EFB-4FF5-93EC-CAB09837D37E}">
      <dgm:prSet/>
      <dgm:spPr/>
      <dgm:t>
        <a:bodyPr/>
        <a:lstStyle/>
        <a:p>
          <a:endParaRPr lang="ru-UA"/>
        </a:p>
      </dgm:t>
    </dgm:pt>
    <dgm:pt modelId="{B8EA698C-8A0E-40A3-87CA-B828F3DBA668}" type="sibTrans" cxnId="{A10C973E-5EFB-4FF5-93EC-CAB09837D37E}">
      <dgm:prSet/>
      <dgm:spPr/>
      <dgm:t>
        <a:bodyPr/>
        <a:lstStyle/>
        <a:p>
          <a:endParaRPr lang="ru-UA"/>
        </a:p>
      </dgm:t>
    </dgm:pt>
    <dgm:pt modelId="{977DA178-6CAA-483D-B544-1BE739723F08}" type="pres">
      <dgm:prSet presAssocID="{C23F196A-2F77-44B8-A2E6-EFCF4BAB7576}" presName="Name0" presStyleCnt="0">
        <dgm:presLayoutVars>
          <dgm:chMax val="3"/>
          <dgm:chPref val="1"/>
          <dgm:dir/>
          <dgm:animLvl val="lvl"/>
          <dgm:resizeHandles/>
        </dgm:presLayoutVars>
      </dgm:prSet>
      <dgm:spPr/>
    </dgm:pt>
    <dgm:pt modelId="{046F6D5F-C0B6-4896-BC7C-651B14B2ACBE}" type="pres">
      <dgm:prSet presAssocID="{C23F196A-2F77-44B8-A2E6-EFCF4BAB7576}" presName="outerBox" presStyleCnt="0"/>
      <dgm:spPr/>
    </dgm:pt>
    <dgm:pt modelId="{9205BA8E-F72F-42C3-8B74-7020E5A70BFF}" type="pres">
      <dgm:prSet presAssocID="{C23F196A-2F77-44B8-A2E6-EFCF4BAB7576}" presName="outerBoxParent" presStyleLbl="node1" presStyleIdx="0" presStyleCnt="1"/>
      <dgm:spPr/>
    </dgm:pt>
    <dgm:pt modelId="{EECCCA75-C277-4FB3-8E44-5ABCBC5B6E4C}" type="pres">
      <dgm:prSet presAssocID="{C23F196A-2F77-44B8-A2E6-EFCF4BAB7576}" presName="outerBoxChildren" presStyleCnt="0"/>
      <dgm:spPr/>
    </dgm:pt>
  </dgm:ptLst>
  <dgm:cxnLst>
    <dgm:cxn modelId="{E96A860F-B0C6-4EFC-A4AF-AA7D4CCC99AA}" type="presOf" srcId="{C23F196A-2F77-44B8-A2E6-EFCF4BAB7576}" destId="{977DA178-6CAA-483D-B544-1BE739723F08}" srcOrd="0" destOrd="0" presId="urn:microsoft.com/office/officeart/2005/8/layout/target2"/>
    <dgm:cxn modelId="{A10C973E-5EFB-4FF5-93EC-CAB09837D37E}" srcId="{C23F196A-2F77-44B8-A2E6-EFCF4BAB7576}" destId="{60D14504-873B-45D2-BF11-8361F2CB67EA}" srcOrd="0" destOrd="0" parTransId="{48272D12-9C51-48C1-A219-9A65E124523F}" sibTransId="{B8EA698C-8A0E-40A3-87CA-B828F3DBA668}"/>
    <dgm:cxn modelId="{2FD2A556-78B0-4C95-97E2-FFDB9B532FCC}" type="presOf" srcId="{60D14504-873B-45D2-BF11-8361F2CB67EA}" destId="{9205BA8E-F72F-42C3-8B74-7020E5A70BFF}" srcOrd="0" destOrd="0" presId="urn:microsoft.com/office/officeart/2005/8/layout/target2"/>
    <dgm:cxn modelId="{3B7292DD-916A-4016-8C24-8B11CB925B1F}" type="presParOf" srcId="{977DA178-6CAA-483D-B544-1BE739723F08}" destId="{046F6D5F-C0B6-4896-BC7C-651B14B2ACBE}" srcOrd="0" destOrd="0" presId="urn:microsoft.com/office/officeart/2005/8/layout/target2"/>
    <dgm:cxn modelId="{86787A3F-0178-4302-9680-B1DD4C86864C}" type="presParOf" srcId="{046F6D5F-C0B6-4896-BC7C-651B14B2ACBE}" destId="{9205BA8E-F72F-42C3-8B74-7020E5A70BFF}" srcOrd="0" destOrd="0" presId="urn:microsoft.com/office/officeart/2005/8/layout/target2"/>
    <dgm:cxn modelId="{187C48C7-D610-46E4-9CFC-B9AC4F74DB41}" type="presParOf" srcId="{046F6D5F-C0B6-4896-BC7C-651B14B2ACBE}" destId="{EECCCA75-C277-4FB3-8E44-5ABCBC5B6E4C}" srcOrd="1"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318F9F0-8C73-4A41-BB95-C9DB272BBFF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ru-UA"/>
        </a:p>
      </dgm:t>
    </dgm:pt>
    <dgm:pt modelId="{1623A494-880D-486A-B8D1-B1590E269E60}">
      <dgm:prSet/>
      <dgm:spPr/>
      <dgm:t>
        <a:bodyPr/>
        <a:lstStyle/>
        <a:p>
          <a:r>
            <a:rPr lang="ru-UA" b="1" i="0" baseline="0"/>
            <a:t>Overall Stability Amidst Volatility:</a:t>
          </a:r>
          <a:r>
            <a:rPr lang="ru-UA" b="0" i="0" baseline="0"/>
            <a:t> Despite high weekly and monthly fluctuations (low sales linearity), the overarching annual trend is positive, as proven by the steady cumulative growth.</a:t>
          </a:r>
          <a:endParaRPr lang="ru-UA"/>
        </a:p>
      </dgm:t>
    </dgm:pt>
    <dgm:pt modelId="{BF2FABA2-D6DB-434A-85AC-6D4FFDA828A7}" type="parTrans" cxnId="{3EDDFFC8-CFAC-401D-AF47-FDDB8579DDB3}">
      <dgm:prSet/>
      <dgm:spPr/>
      <dgm:t>
        <a:bodyPr/>
        <a:lstStyle/>
        <a:p>
          <a:endParaRPr lang="ru-UA"/>
        </a:p>
      </dgm:t>
    </dgm:pt>
    <dgm:pt modelId="{4639F900-E7A8-43BB-8224-27F4F6ABE08B}" type="sibTrans" cxnId="{3EDDFFC8-CFAC-401D-AF47-FDDB8579DDB3}">
      <dgm:prSet/>
      <dgm:spPr/>
      <dgm:t>
        <a:bodyPr/>
        <a:lstStyle/>
        <a:p>
          <a:endParaRPr lang="ru-UA"/>
        </a:p>
      </dgm:t>
    </dgm:pt>
    <dgm:pt modelId="{98379202-A46F-453C-9E0B-47574B975E36}">
      <dgm:prSet/>
      <dgm:spPr/>
      <dgm:t>
        <a:bodyPr/>
        <a:lstStyle/>
        <a:p>
          <a:r>
            <a:rPr lang="ru-UA" b="1" i="0" baseline="0"/>
            <a:t>Reliance on Flagships:</a:t>
          </a:r>
          <a:r>
            <a:rPr lang="ru-UA" b="0" i="0" baseline="0"/>
            <a:t> The majority of revenue is driven by a narrow pool of 5 products, led by Tablets. A drop in demand for these specific items poses a high risk to overall revenue.</a:t>
          </a:r>
          <a:endParaRPr lang="ru-UA"/>
        </a:p>
      </dgm:t>
    </dgm:pt>
    <dgm:pt modelId="{E31EFFCE-DCE5-491F-8472-E1A97985DA7E}" type="parTrans" cxnId="{DD7289ED-88C8-478A-9CFD-093BFB558F16}">
      <dgm:prSet/>
      <dgm:spPr/>
      <dgm:t>
        <a:bodyPr/>
        <a:lstStyle/>
        <a:p>
          <a:endParaRPr lang="ru-UA"/>
        </a:p>
      </dgm:t>
    </dgm:pt>
    <dgm:pt modelId="{469101C2-2F2A-49C4-9B9E-D04C9E1FBC50}" type="sibTrans" cxnId="{DD7289ED-88C8-478A-9CFD-093BFB558F16}">
      <dgm:prSet/>
      <dgm:spPr/>
      <dgm:t>
        <a:bodyPr/>
        <a:lstStyle/>
        <a:p>
          <a:endParaRPr lang="ru-UA"/>
        </a:p>
      </dgm:t>
    </dgm:pt>
    <dgm:pt modelId="{4E9B98D9-7DAB-4EFC-BC7D-B2DFCA79B22E}">
      <dgm:prSet/>
      <dgm:spPr/>
      <dgm:t>
        <a:bodyPr/>
        <a:lstStyle/>
        <a:p>
          <a:r>
            <a:rPr lang="ru-UA" b="1" i="0" baseline="0"/>
            <a:t>Polarized Demand:</a:t>
          </a:r>
          <a:r>
            <a:rPr lang="ru-UA" b="0" i="0" baseline="0"/>
            <a:t> Customers show a clear preference for either budget-friendly or premium items, largely ignoring the middle tier.</a:t>
          </a:r>
          <a:endParaRPr lang="ru-UA"/>
        </a:p>
      </dgm:t>
    </dgm:pt>
    <dgm:pt modelId="{D8EBC4EB-17E1-4270-A24C-32A30393B845}" type="parTrans" cxnId="{C833D13F-6A2C-4977-ABFE-3E4CEEF5D599}">
      <dgm:prSet/>
      <dgm:spPr/>
      <dgm:t>
        <a:bodyPr/>
        <a:lstStyle/>
        <a:p>
          <a:endParaRPr lang="ru-UA"/>
        </a:p>
      </dgm:t>
    </dgm:pt>
    <dgm:pt modelId="{074EC213-C2B2-41D0-9624-D40A2E2F4EBE}" type="sibTrans" cxnId="{C833D13F-6A2C-4977-ABFE-3E4CEEF5D599}">
      <dgm:prSet/>
      <dgm:spPr/>
      <dgm:t>
        <a:bodyPr/>
        <a:lstStyle/>
        <a:p>
          <a:endParaRPr lang="ru-UA"/>
        </a:p>
      </dgm:t>
    </dgm:pt>
    <dgm:pt modelId="{FE71EB2A-1A64-44BB-AFFF-602F4DFEAAB6}">
      <dgm:prSet/>
      <dgm:spPr/>
      <dgm:t>
        <a:bodyPr/>
        <a:lstStyle/>
        <a:p>
          <a:r>
            <a:rPr lang="ru-UA" b="1" i="0" baseline="0"/>
            <a:t>Recommendations:</a:t>
          </a:r>
          <a:r>
            <a:rPr lang="ru-UA" b="0" i="0" baseline="0"/>
            <a:t> Marketing efforts should focus on smoothing out seasonal dips (e.g., in February and June) through targeted promotions on budget items, while ensuring adequate inventory for the top 5 products ahead of their historical demand peaks.</a:t>
          </a:r>
          <a:endParaRPr lang="ru-UA"/>
        </a:p>
      </dgm:t>
    </dgm:pt>
    <dgm:pt modelId="{B4B07EBF-50E7-4B8A-8204-E0B929025C3B}" type="parTrans" cxnId="{491CEFB3-5BDF-4ACE-BA58-C17418F19FAA}">
      <dgm:prSet/>
      <dgm:spPr/>
      <dgm:t>
        <a:bodyPr/>
        <a:lstStyle/>
        <a:p>
          <a:endParaRPr lang="ru-UA"/>
        </a:p>
      </dgm:t>
    </dgm:pt>
    <dgm:pt modelId="{3C1CEADA-8545-4F82-A46E-93BB3B9E5A8C}" type="sibTrans" cxnId="{491CEFB3-5BDF-4ACE-BA58-C17418F19FAA}">
      <dgm:prSet/>
      <dgm:spPr/>
      <dgm:t>
        <a:bodyPr/>
        <a:lstStyle/>
        <a:p>
          <a:endParaRPr lang="ru-UA"/>
        </a:p>
      </dgm:t>
    </dgm:pt>
    <dgm:pt modelId="{973BA506-649F-4435-A40F-80B9348DB6FF}" type="pres">
      <dgm:prSet presAssocID="{E318F9F0-8C73-4A41-BB95-C9DB272BBFF4}" presName="linear" presStyleCnt="0">
        <dgm:presLayoutVars>
          <dgm:animLvl val="lvl"/>
          <dgm:resizeHandles val="exact"/>
        </dgm:presLayoutVars>
      </dgm:prSet>
      <dgm:spPr/>
    </dgm:pt>
    <dgm:pt modelId="{3F37BF42-70B1-47FB-9C7D-D31F6CA9BF84}" type="pres">
      <dgm:prSet presAssocID="{1623A494-880D-486A-B8D1-B1590E269E60}" presName="parentText" presStyleLbl="node1" presStyleIdx="0" presStyleCnt="4">
        <dgm:presLayoutVars>
          <dgm:chMax val="0"/>
          <dgm:bulletEnabled val="1"/>
        </dgm:presLayoutVars>
      </dgm:prSet>
      <dgm:spPr/>
    </dgm:pt>
    <dgm:pt modelId="{C538B6D0-2255-41C8-98C0-1F6E9FFA1DC9}" type="pres">
      <dgm:prSet presAssocID="{4639F900-E7A8-43BB-8224-27F4F6ABE08B}" presName="spacer" presStyleCnt="0"/>
      <dgm:spPr/>
    </dgm:pt>
    <dgm:pt modelId="{93882EAC-07F3-4F1D-8497-C76AE1EAC47A}" type="pres">
      <dgm:prSet presAssocID="{98379202-A46F-453C-9E0B-47574B975E36}" presName="parentText" presStyleLbl="node1" presStyleIdx="1" presStyleCnt="4">
        <dgm:presLayoutVars>
          <dgm:chMax val="0"/>
          <dgm:bulletEnabled val="1"/>
        </dgm:presLayoutVars>
      </dgm:prSet>
      <dgm:spPr/>
    </dgm:pt>
    <dgm:pt modelId="{38F78DA8-3546-4235-9C99-A4DB2DA5601C}" type="pres">
      <dgm:prSet presAssocID="{469101C2-2F2A-49C4-9B9E-D04C9E1FBC50}" presName="spacer" presStyleCnt="0"/>
      <dgm:spPr/>
    </dgm:pt>
    <dgm:pt modelId="{65FA3368-5756-424A-A069-9364DDDEB48F}" type="pres">
      <dgm:prSet presAssocID="{4E9B98D9-7DAB-4EFC-BC7D-B2DFCA79B22E}" presName="parentText" presStyleLbl="node1" presStyleIdx="2" presStyleCnt="4">
        <dgm:presLayoutVars>
          <dgm:chMax val="0"/>
          <dgm:bulletEnabled val="1"/>
        </dgm:presLayoutVars>
      </dgm:prSet>
      <dgm:spPr/>
    </dgm:pt>
    <dgm:pt modelId="{D94160C4-98CA-4235-A586-101D8A045259}" type="pres">
      <dgm:prSet presAssocID="{074EC213-C2B2-41D0-9624-D40A2E2F4EBE}" presName="spacer" presStyleCnt="0"/>
      <dgm:spPr/>
    </dgm:pt>
    <dgm:pt modelId="{8E4CB1F1-6A92-4F7B-A8EA-A5E0129022EA}" type="pres">
      <dgm:prSet presAssocID="{FE71EB2A-1A64-44BB-AFFF-602F4DFEAAB6}" presName="parentText" presStyleLbl="node1" presStyleIdx="3" presStyleCnt="4">
        <dgm:presLayoutVars>
          <dgm:chMax val="0"/>
          <dgm:bulletEnabled val="1"/>
        </dgm:presLayoutVars>
      </dgm:prSet>
      <dgm:spPr/>
    </dgm:pt>
  </dgm:ptLst>
  <dgm:cxnLst>
    <dgm:cxn modelId="{518DB40C-271C-4D22-88D8-2197C3646592}" type="presOf" srcId="{4E9B98D9-7DAB-4EFC-BC7D-B2DFCA79B22E}" destId="{65FA3368-5756-424A-A069-9364DDDEB48F}" srcOrd="0" destOrd="0" presId="urn:microsoft.com/office/officeart/2005/8/layout/vList2"/>
    <dgm:cxn modelId="{77BF8537-7BD5-4B15-8E4E-267BA567AE3B}" type="presOf" srcId="{1623A494-880D-486A-B8D1-B1590E269E60}" destId="{3F37BF42-70B1-47FB-9C7D-D31F6CA9BF84}" srcOrd="0" destOrd="0" presId="urn:microsoft.com/office/officeart/2005/8/layout/vList2"/>
    <dgm:cxn modelId="{C833D13F-6A2C-4977-ABFE-3E4CEEF5D599}" srcId="{E318F9F0-8C73-4A41-BB95-C9DB272BBFF4}" destId="{4E9B98D9-7DAB-4EFC-BC7D-B2DFCA79B22E}" srcOrd="2" destOrd="0" parTransId="{D8EBC4EB-17E1-4270-A24C-32A30393B845}" sibTransId="{074EC213-C2B2-41D0-9624-D40A2E2F4EBE}"/>
    <dgm:cxn modelId="{4F2AF662-0AF8-4C50-B656-C7FE84BC21F8}" type="presOf" srcId="{98379202-A46F-453C-9E0B-47574B975E36}" destId="{93882EAC-07F3-4F1D-8497-C76AE1EAC47A}" srcOrd="0" destOrd="0" presId="urn:microsoft.com/office/officeart/2005/8/layout/vList2"/>
    <dgm:cxn modelId="{E4D6BF8D-DC39-423B-BCB7-373CEBC3CB19}" type="presOf" srcId="{FE71EB2A-1A64-44BB-AFFF-602F4DFEAAB6}" destId="{8E4CB1F1-6A92-4F7B-A8EA-A5E0129022EA}" srcOrd="0" destOrd="0" presId="urn:microsoft.com/office/officeart/2005/8/layout/vList2"/>
    <dgm:cxn modelId="{564D8F9D-6E5C-46BC-9D0F-3878BDAAD1CE}" type="presOf" srcId="{E318F9F0-8C73-4A41-BB95-C9DB272BBFF4}" destId="{973BA506-649F-4435-A40F-80B9348DB6FF}" srcOrd="0" destOrd="0" presId="urn:microsoft.com/office/officeart/2005/8/layout/vList2"/>
    <dgm:cxn modelId="{491CEFB3-5BDF-4ACE-BA58-C17418F19FAA}" srcId="{E318F9F0-8C73-4A41-BB95-C9DB272BBFF4}" destId="{FE71EB2A-1A64-44BB-AFFF-602F4DFEAAB6}" srcOrd="3" destOrd="0" parTransId="{B4B07EBF-50E7-4B8A-8204-E0B929025C3B}" sibTransId="{3C1CEADA-8545-4F82-A46E-93BB3B9E5A8C}"/>
    <dgm:cxn modelId="{3EDDFFC8-CFAC-401D-AF47-FDDB8579DDB3}" srcId="{E318F9F0-8C73-4A41-BB95-C9DB272BBFF4}" destId="{1623A494-880D-486A-B8D1-B1590E269E60}" srcOrd="0" destOrd="0" parTransId="{BF2FABA2-D6DB-434A-85AC-6D4FFDA828A7}" sibTransId="{4639F900-E7A8-43BB-8224-27F4F6ABE08B}"/>
    <dgm:cxn modelId="{DD7289ED-88C8-478A-9CFD-093BFB558F16}" srcId="{E318F9F0-8C73-4A41-BB95-C9DB272BBFF4}" destId="{98379202-A46F-453C-9E0B-47574B975E36}" srcOrd="1" destOrd="0" parTransId="{E31EFFCE-DCE5-491F-8472-E1A97985DA7E}" sibTransId="{469101C2-2F2A-49C4-9B9E-D04C9E1FBC50}"/>
    <dgm:cxn modelId="{9B37D54E-A394-4EF6-912D-DC7D3D77233B}" type="presParOf" srcId="{973BA506-649F-4435-A40F-80B9348DB6FF}" destId="{3F37BF42-70B1-47FB-9C7D-D31F6CA9BF84}" srcOrd="0" destOrd="0" presId="urn:microsoft.com/office/officeart/2005/8/layout/vList2"/>
    <dgm:cxn modelId="{808CF967-BE07-4166-BFA1-EDCCC49E9036}" type="presParOf" srcId="{973BA506-649F-4435-A40F-80B9348DB6FF}" destId="{C538B6D0-2255-41C8-98C0-1F6E9FFA1DC9}" srcOrd="1" destOrd="0" presId="urn:microsoft.com/office/officeart/2005/8/layout/vList2"/>
    <dgm:cxn modelId="{727ED155-E33F-46DD-B788-4B9021D72C64}" type="presParOf" srcId="{973BA506-649F-4435-A40F-80B9348DB6FF}" destId="{93882EAC-07F3-4F1D-8497-C76AE1EAC47A}" srcOrd="2" destOrd="0" presId="urn:microsoft.com/office/officeart/2005/8/layout/vList2"/>
    <dgm:cxn modelId="{05BC516E-2646-4F5F-9ED0-651CADE3FF59}" type="presParOf" srcId="{973BA506-649F-4435-A40F-80B9348DB6FF}" destId="{38F78DA8-3546-4235-9C99-A4DB2DA5601C}" srcOrd="3" destOrd="0" presId="urn:microsoft.com/office/officeart/2005/8/layout/vList2"/>
    <dgm:cxn modelId="{1012A619-2F24-409B-985F-E761E683825C}" type="presParOf" srcId="{973BA506-649F-4435-A40F-80B9348DB6FF}" destId="{65FA3368-5756-424A-A069-9364DDDEB48F}" srcOrd="4" destOrd="0" presId="urn:microsoft.com/office/officeart/2005/8/layout/vList2"/>
    <dgm:cxn modelId="{42F069EA-9C1F-48AE-9E65-508DE7FDA055}" type="presParOf" srcId="{973BA506-649F-4435-A40F-80B9348DB6FF}" destId="{D94160C4-98CA-4235-A586-101D8A045259}" srcOrd="5" destOrd="0" presId="urn:microsoft.com/office/officeart/2005/8/layout/vList2"/>
    <dgm:cxn modelId="{DB07F326-9D10-4075-BF69-327C0CDD38A1}" type="presParOf" srcId="{973BA506-649F-4435-A40F-80B9348DB6FF}" destId="{8E4CB1F1-6A92-4F7B-A8EA-A5E0129022E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CE4195-AAFE-4DBA-95E0-6E37ABE620EC}">
      <dsp:nvSpPr>
        <dsp:cNvPr id="0" name=""/>
        <dsp:cNvSpPr/>
      </dsp:nvSpPr>
      <dsp:spPr>
        <a:xfrm>
          <a:off x="0" y="0"/>
          <a:ext cx="3047996" cy="34983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t>Insight:</a:t>
          </a:r>
          <a:r>
            <a:rPr lang="en-US" sz="1400" kern="1200" dirty="0"/>
            <a:t> The analysis reveals the degree of unit price volatility across the product portfolio over the year. Certain products (inner ring) exhibit high price fragmentation across various order dates (outer rings). This highlights frequent fluctuations in the unit price, most likely driven by regular promotional discounts, dynamic pricing strategies, or shifting supplier costs. Conversely, other product categories maintain a monolithic structure, indicating a rigid and highly stable pricing policy with no significant price variations or discounts applied during the analyzed period.</a:t>
          </a:r>
          <a:endParaRPr lang="ru-UA" sz="1400" kern="1200" dirty="0"/>
        </a:p>
      </dsp:txBody>
      <dsp:txXfrm>
        <a:off x="148791" y="148791"/>
        <a:ext cx="2750414" cy="32007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CCB233-7A58-40B9-B846-AAA23BC21305}">
      <dsp:nvSpPr>
        <dsp:cNvPr id="0" name=""/>
        <dsp:cNvSpPr/>
      </dsp:nvSpPr>
      <dsp:spPr>
        <a:xfrm>
          <a:off x="0" y="109642"/>
          <a:ext cx="3227493" cy="15350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Insight</a:t>
          </a:r>
          <a:r>
            <a:rPr lang="en-US" sz="1600" kern="1200"/>
            <a:t>: The pricing distribution is bimodal. The highest sales volumes are concentrated in two distinct segments: budget (25-50) and premium (150-175). Mid-range products see notably less traction.</a:t>
          </a:r>
          <a:endParaRPr lang="ru-UA" sz="1600" kern="1200"/>
        </a:p>
      </dsp:txBody>
      <dsp:txXfrm>
        <a:off x="74934" y="184576"/>
        <a:ext cx="3077625" cy="13851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E9DC89-0335-4DB9-B8F3-C5AB2F14D1EB}">
      <dsp:nvSpPr>
        <dsp:cNvPr id="0" name=""/>
        <dsp:cNvSpPr/>
      </dsp:nvSpPr>
      <dsp:spPr>
        <a:xfrm>
          <a:off x="0" y="118420"/>
          <a:ext cx="2971800" cy="26254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Insight:</a:t>
          </a:r>
          <a:r>
            <a:rPr lang="en-US" sz="1700" kern="1200"/>
            <a:t> Tablets are the absolute revenue drivers, generating nearly 1.8K. The average product revenue is 1.01K. Exactly half of the catalog (5 products, including Keyboards and Monitors) performs above this average, while items like Mice and Headphones lag behind.</a:t>
          </a:r>
          <a:endParaRPr lang="ru-UA" sz="1700" kern="1200"/>
        </a:p>
      </dsp:txBody>
      <dsp:txXfrm>
        <a:off x="128165" y="246585"/>
        <a:ext cx="2715470" cy="23691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4D3DAA-1E21-4AD2-891F-93A7AF001504}">
      <dsp:nvSpPr>
        <dsp:cNvPr id="0" name=""/>
        <dsp:cNvSpPr/>
      </dsp:nvSpPr>
      <dsp:spPr>
        <a:xfrm>
          <a:off x="0" y="37982"/>
          <a:ext cx="3048000" cy="223235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Insight</a:t>
          </a:r>
          <a:r>
            <a:rPr lang="en-US" sz="1800" kern="1200"/>
            <a:t>: Sales are non-linear and fluctuate significantly month-over-month. With an average monthly baseline of 777, there are major peaks in April (~1.4K) and July (~1K), contrasted by significant dips in February and June.</a:t>
          </a:r>
          <a:endParaRPr lang="ru-UA" sz="1800" kern="1200"/>
        </a:p>
      </dsp:txBody>
      <dsp:txXfrm>
        <a:off x="108975" y="146957"/>
        <a:ext cx="2830050" cy="201440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D0EC94-75DF-4CCF-9B51-BEFAA3CCB1B6}">
      <dsp:nvSpPr>
        <dsp:cNvPr id="0" name=""/>
        <dsp:cNvSpPr/>
      </dsp:nvSpPr>
      <dsp:spPr>
        <a:xfrm>
          <a:off x="0" y="162002"/>
          <a:ext cx="2362199" cy="19843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Insight:</a:t>
          </a:r>
          <a:r>
            <a:rPr lang="en-US" sz="1600" kern="1200"/>
            <a:t> Month-to-Date performance is not uniform. The success of specific periods is heavily dependent on shifts in the daily product mix rather than a steady, predictable flow of sales.</a:t>
          </a:r>
          <a:endParaRPr lang="ru-UA" sz="1600" kern="1200"/>
        </a:p>
      </dsp:txBody>
      <dsp:txXfrm>
        <a:off x="96867" y="258869"/>
        <a:ext cx="2168465" cy="179058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37693B-4054-4CC1-8B2F-52564D3B28C2}">
      <dsp:nvSpPr>
        <dsp:cNvPr id="0" name=""/>
        <dsp:cNvSpPr/>
      </dsp:nvSpPr>
      <dsp:spPr>
        <a:xfrm>
          <a:off x="0" y="25842"/>
          <a:ext cx="2971800" cy="19796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Insight:</a:t>
          </a:r>
          <a:r>
            <a:rPr lang="en-US" sz="1800" kern="1200"/>
            <a:t> Cumulative revenue shows strong and continuous growth, reaching over 10K by the end of December. The growth rate remained remarkably stable throughout most of the year.</a:t>
          </a:r>
          <a:endParaRPr lang="ru-UA" sz="1800" kern="1200"/>
        </a:p>
      </dsp:txBody>
      <dsp:txXfrm>
        <a:off x="96638" y="122480"/>
        <a:ext cx="2778524" cy="178636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B8D56A-7D82-4E95-9176-3B26463786AD}">
      <dsp:nvSpPr>
        <dsp:cNvPr id="0" name=""/>
        <dsp:cNvSpPr/>
      </dsp:nvSpPr>
      <dsp:spPr>
        <a:xfrm>
          <a:off x="0" y="119151"/>
          <a:ext cx="2743200" cy="23470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Insight:</a:t>
          </a:r>
          <a:r>
            <a:rPr lang="en-US" sz="1700" kern="1200"/>
            <a:t> Weekly revenue is highly volatile, oscillating between near-zero and 500+. However, despite these sharp fluctuations, the long-term trendline maintains a steady, slight upward trajectory throughout the year.</a:t>
          </a:r>
          <a:endParaRPr lang="ru-UA" sz="1700" kern="1200"/>
        </a:p>
      </dsp:txBody>
      <dsp:txXfrm>
        <a:off x="114572" y="233723"/>
        <a:ext cx="2514056" cy="211787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E9F7E8-4D63-460D-B99E-FFFC3B5605AD}">
      <dsp:nvSpPr>
        <dsp:cNvPr id="0" name=""/>
        <dsp:cNvSpPr/>
      </dsp:nvSpPr>
      <dsp:spPr>
        <a:xfrm>
          <a:off x="0" y="38973"/>
          <a:ext cx="2607732" cy="278437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Insight:</a:t>
          </a:r>
          <a:r>
            <a:rPr lang="en-US" sz="1700" kern="1200" dirty="0"/>
            <a:t> Specific product categories experience extreme seasonal spikes. For instance, there is a sharp increase in External Hard Drive sales in late summer and Monitors in autumn, indicating potential project-based or seasonal purchasing.</a:t>
          </a:r>
          <a:endParaRPr lang="ru-UA" sz="1700" kern="1200" dirty="0"/>
        </a:p>
      </dsp:txBody>
      <dsp:txXfrm>
        <a:off x="127299" y="166272"/>
        <a:ext cx="2353134" cy="252977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5BA8E-F72F-42C3-8B74-7020E5A70BFF}">
      <dsp:nvSpPr>
        <dsp:cNvPr id="0" name=""/>
        <dsp:cNvSpPr/>
      </dsp:nvSpPr>
      <dsp:spPr>
        <a:xfrm>
          <a:off x="0" y="0"/>
          <a:ext cx="2590800" cy="2585323"/>
        </a:xfrm>
        <a:prstGeom prst="roundRect">
          <a:avLst>
            <a:gd name="adj" fmla="val 85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1596078" numCol="1" spcCol="1270" anchor="t" anchorCtr="0">
          <a:noAutofit/>
        </a:bodyPr>
        <a:lstStyle/>
        <a:p>
          <a:pPr marL="0" lvl="0" indent="0" algn="l" defTabSz="533400">
            <a:lnSpc>
              <a:spcPct val="90000"/>
            </a:lnSpc>
            <a:spcBef>
              <a:spcPct val="0"/>
            </a:spcBef>
            <a:spcAft>
              <a:spcPct val="35000"/>
            </a:spcAft>
            <a:buNone/>
          </a:pPr>
          <a:r>
            <a:rPr lang="en-US" sz="1200" b="1" kern="1200" dirty="0"/>
            <a:t>Insight:</a:t>
          </a:r>
          <a:r>
            <a:rPr lang="en-US" sz="1200" kern="1200" dirty="0"/>
            <a:t> Order volumes are unevenly distributed over time. The data shows dense clusters of average-sized transactions, alongside rare but significant bulk orders that heavily impact total metrics.</a:t>
          </a:r>
          <a:endParaRPr lang="ru-UA" sz="1200" kern="1200" dirty="0"/>
        </a:p>
      </dsp:txBody>
      <dsp:txXfrm>
        <a:off x="64363" y="64363"/>
        <a:ext cx="2462074" cy="245659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37BF42-70B1-47FB-9C7D-D31F6CA9BF84}">
      <dsp:nvSpPr>
        <dsp:cNvPr id="0" name=""/>
        <dsp:cNvSpPr/>
      </dsp:nvSpPr>
      <dsp:spPr>
        <a:xfrm>
          <a:off x="0" y="21574"/>
          <a:ext cx="7696200" cy="7207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UA" sz="1400" b="1" i="0" kern="1200" baseline="0"/>
            <a:t>Overall Stability Amidst Volatility:</a:t>
          </a:r>
          <a:r>
            <a:rPr lang="ru-UA" sz="1400" b="0" i="0" kern="1200" baseline="0"/>
            <a:t> Despite high weekly and monthly fluctuations (low sales linearity), the overarching annual trend is positive, as proven by the steady cumulative growth.</a:t>
          </a:r>
          <a:endParaRPr lang="ru-UA" sz="1400" kern="1200"/>
        </a:p>
      </dsp:txBody>
      <dsp:txXfrm>
        <a:off x="35183" y="56757"/>
        <a:ext cx="7625834" cy="650354"/>
      </dsp:txXfrm>
    </dsp:sp>
    <dsp:sp modelId="{93882EAC-07F3-4F1D-8497-C76AE1EAC47A}">
      <dsp:nvSpPr>
        <dsp:cNvPr id="0" name=""/>
        <dsp:cNvSpPr/>
      </dsp:nvSpPr>
      <dsp:spPr>
        <a:xfrm>
          <a:off x="0" y="782614"/>
          <a:ext cx="7696200" cy="7207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UA" sz="1400" b="1" i="0" kern="1200" baseline="0"/>
            <a:t>Reliance on Flagships:</a:t>
          </a:r>
          <a:r>
            <a:rPr lang="ru-UA" sz="1400" b="0" i="0" kern="1200" baseline="0"/>
            <a:t> The majority of revenue is driven by a narrow pool of 5 products, led by Tablets. A drop in demand for these specific items poses a high risk to overall revenue.</a:t>
          </a:r>
          <a:endParaRPr lang="ru-UA" sz="1400" kern="1200"/>
        </a:p>
      </dsp:txBody>
      <dsp:txXfrm>
        <a:off x="35183" y="817797"/>
        <a:ext cx="7625834" cy="650354"/>
      </dsp:txXfrm>
    </dsp:sp>
    <dsp:sp modelId="{65FA3368-5756-424A-A069-9364DDDEB48F}">
      <dsp:nvSpPr>
        <dsp:cNvPr id="0" name=""/>
        <dsp:cNvSpPr/>
      </dsp:nvSpPr>
      <dsp:spPr>
        <a:xfrm>
          <a:off x="0" y="1543653"/>
          <a:ext cx="7696200" cy="7207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UA" sz="1400" b="1" i="0" kern="1200" baseline="0"/>
            <a:t>Polarized Demand:</a:t>
          </a:r>
          <a:r>
            <a:rPr lang="ru-UA" sz="1400" b="0" i="0" kern="1200" baseline="0"/>
            <a:t> Customers show a clear preference for either budget-friendly or premium items, largely ignoring the middle tier.</a:t>
          </a:r>
          <a:endParaRPr lang="ru-UA" sz="1400" kern="1200"/>
        </a:p>
      </dsp:txBody>
      <dsp:txXfrm>
        <a:off x="35183" y="1578836"/>
        <a:ext cx="7625834" cy="650354"/>
      </dsp:txXfrm>
    </dsp:sp>
    <dsp:sp modelId="{8E4CB1F1-6A92-4F7B-A8EA-A5E0129022EA}">
      <dsp:nvSpPr>
        <dsp:cNvPr id="0" name=""/>
        <dsp:cNvSpPr/>
      </dsp:nvSpPr>
      <dsp:spPr>
        <a:xfrm>
          <a:off x="0" y="2304694"/>
          <a:ext cx="7696200" cy="7207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UA" sz="1400" b="1" i="0" kern="1200" baseline="0"/>
            <a:t>Recommendations:</a:t>
          </a:r>
          <a:r>
            <a:rPr lang="ru-UA" sz="1400" b="0" i="0" kern="1200" baseline="0"/>
            <a:t> Marketing efforts should focus on smoothing out seasonal dips (e.g., in February and June) through targeted promotions on budget items, while ensuring adequate inventory for the top 5 products ahead of their historical demand peaks.</a:t>
          </a:r>
          <a:endParaRPr lang="ru-UA" sz="1400" kern="1200"/>
        </a:p>
      </dsp:txBody>
      <dsp:txXfrm>
        <a:off x="35183" y="2339877"/>
        <a:ext cx="7625834" cy="65035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7" name="Group 6"/>
          <p:cNvGrpSpPr/>
          <p:nvPr/>
        </p:nvGrpSpPr>
        <p:grpSpPr>
          <a:xfrm>
            <a:off x="-12700" y="0"/>
            <a:ext cx="9173370" cy="5142161"/>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019299" y="1403349"/>
            <a:ext cx="5111752" cy="1136650"/>
          </a:xfrm>
        </p:spPr>
        <p:txBody>
          <a:bodyPr anchor="b">
            <a:noAutofit/>
          </a:bodyPr>
          <a:lstStyle>
            <a:lvl1pPr algn="ctr">
              <a:defRPr sz="4050">
                <a:effectLst/>
              </a:defRPr>
            </a:lvl1pPr>
          </a:lstStyle>
          <a:p>
            <a:r>
              <a:rPr lang="ru-RU"/>
              <a:t>Образец заголовка</a:t>
            </a:r>
            <a:endParaRPr lang="en-US" dirty="0"/>
          </a:p>
        </p:txBody>
      </p:sp>
      <p:sp>
        <p:nvSpPr>
          <p:cNvPr id="3" name="Subtitle 2"/>
          <p:cNvSpPr>
            <a:spLocks noGrp="1"/>
          </p:cNvSpPr>
          <p:nvPr>
            <p:ph type="subTitle" idx="1"/>
          </p:nvPr>
        </p:nvSpPr>
        <p:spPr>
          <a:xfrm>
            <a:off x="2019299" y="2743198"/>
            <a:ext cx="5111752" cy="990602"/>
          </a:xfrm>
        </p:spPr>
        <p:txBody>
          <a:bodyPr anchor="t">
            <a:normAutofit/>
          </a:bodyPr>
          <a:lstStyle>
            <a:lvl1pPr marL="0" indent="0" algn="ct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a:xfrm>
            <a:off x="5987425" y="3778247"/>
            <a:ext cx="673100" cy="209550"/>
          </a:xfrm>
        </p:spPr>
        <p:txBody>
          <a:bodyPr/>
          <a:lstStyle/>
          <a:p>
            <a:r>
              <a:rPr lang="en-US"/>
              <a:t>Date</a:t>
            </a:r>
            <a:endParaRPr lang="en-US" dirty="0"/>
          </a:p>
        </p:txBody>
      </p:sp>
      <p:sp>
        <p:nvSpPr>
          <p:cNvPr id="5" name="Footer Placeholder 4"/>
          <p:cNvSpPr>
            <a:spLocks noGrp="1"/>
          </p:cNvSpPr>
          <p:nvPr>
            <p:ph type="ftr" sz="quarter" idx="11"/>
          </p:nvPr>
        </p:nvSpPr>
        <p:spPr>
          <a:xfrm>
            <a:off x="2019298" y="3778247"/>
            <a:ext cx="3910976" cy="209550"/>
          </a:xfrm>
        </p:spPr>
        <p:txBody>
          <a:bodyPr/>
          <a:lstStyle/>
          <a:p>
            <a:r>
              <a:rPr lang="en-US"/>
              <a:t>Footer</a:t>
            </a:r>
            <a:endParaRPr lang="en-US" dirty="0"/>
          </a:p>
        </p:txBody>
      </p:sp>
      <p:sp>
        <p:nvSpPr>
          <p:cNvPr id="6" name="Slide Number Placeholder 5"/>
          <p:cNvSpPr>
            <a:spLocks noGrp="1"/>
          </p:cNvSpPr>
          <p:nvPr>
            <p:ph type="sldNum" sz="quarter" idx="12"/>
          </p:nvPr>
        </p:nvSpPr>
        <p:spPr>
          <a:xfrm>
            <a:off x="6717676" y="3778247"/>
            <a:ext cx="413375" cy="209550"/>
          </a:xfrm>
        </p:spPr>
        <p:txBody>
          <a:bodyPr/>
          <a:lstStyle/>
          <a:p>
            <a:r>
              <a:rPr lang="en-US"/>
              <a:t>&lt;#&gt;</a:t>
            </a:r>
            <a:endParaRPr lang="en-US" dirty="0"/>
          </a:p>
        </p:txBody>
      </p:sp>
      <p:cxnSp>
        <p:nvCxnSpPr>
          <p:cNvPr id="15" name="Straight Connector 14"/>
          <p:cNvCxnSpPr/>
          <p:nvPr/>
        </p:nvCxnSpPr>
        <p:spPr>
          <a:xfrm>
            <a:off x="2019299" y="2641598"/>
            <a:ext cx="5111751"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7278321"/>
      </p:ext>
    </p:extLst>
  </p:cSld>
  <p:clrMapOvr>
    <a:masterClrMapping/>
  </p:clrMapOvr>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cxnSp>
        <p:nvCxnSpPr>
          <p:cNvPr id="7" name="Straight Connector 6"/>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r>
              <a:rPr lang="en-US"/>
              <a:t>Date</a:t>
            </a:r>
            <a:endParaRPr lang="en-US" dirty="0"/>
          </a:p>
        </p:txBody>
      </p:sp>
      <p:sp>
        <p:nvSpPr>
          <p:cNvPr id="5" name="Footer Placeholder 4"/>
          <p:cNvSpPr>
            <a:spLocks noGrp="1"/>
          </p:cNvSpPr>
          <p:nvPr>
            <p:ph type="ftr" sz="quarter" idx="11"/>
          </p:nvPr>
        </p:nvSpPr>
        <p:spPr/>
        <p:txBody>
          <a:bodyPr/>
          <a:lstStyle/>
          <a:p>
            <a:r>
              <a:rPr lang="en-US"/>
              <a:t>Footer</a:t>
            </a:r>
            <a:endParaRPr lang="en-US" dirty="0"/>
          </a:p>
        </p:txBody>
      </p:sp>
      <p:sp>
        <p:nvSpPr>
          <p:cNvPr id="6" name="Slide Number Placeholder 5"/>
          <p:cNvSpPr>
            <a:spLocks noGrp="1"/>
          </p:cNvSpPr>
          <p:nvPr>
            <p:ph type="sldNum" sz="quarter" idx="12"/>
          </p:nvPr>
        </p:nvSpPr>
        <p:spPr/>
        <p:txBody>
          <a:bodyPr/>
          <a:lstStyle/>
          <a:p>
            <a:r>
              <a:rPr lang="en-US"/>
              <a:t>&lt;#&gt;</a:t>
            </a:r>
            <a:endParaRPr lang="en-US" dirty="0"/>
          </a:p>
        </p:txBody>
      </p:sp>
    </p:spTree>
    <p:extLst>
      <p:ext uri="{BB962C8B-B14F-4D97-AF65-F5344CB8AC3E}">
        <p14:creationId xmlns:p14="http://schemas.microsoft.com/office/powerpoint/2010/main" val="1931232988"/>
      </p:ext>
    </p:extLst>
  </p:cSld>
  <p:clrMapOvr>
    <a:masterClrMapping/>
  </p:clrMapOvr>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511302" y="1314454"/>
            <a:ext cx="6119016" cy="1366886"/>
          </a:xfrm>
        </p:spPr>
        <p:txBody>
          <a:bodyPr anchor="b">
            <a:normAutofit/>
          </a:bodyPr>
          <a:lstStyle>
            <a:lvl1pPr algn="ctr">
              <a:defRPr sz="3300" b="0" cap="none"/>
            </a:lvl1pPr>
          </a:lstStyle>
          <a:p>
            <a:r>
              <a:rPr lang="ru-RU"/>
              <a:t>Образец заголовка</a:t>
            </a:r>
            <a:endParaRPr lang="en-US" dirty="0"/>
          </a:p>
        </p:txBody>
      </p:sp>
      <p:sp>
        <p:nvSpPr>
          <p:cNvPr id="3" name="Text Placeholder 2"/>
          <p:cNvSpPr>
            <a:spLocks noGrp="1"/>
          </p:cNvSpPr>
          <p:nvPr>
            <p:ph type="body" idx="1"/>
          </p:nvPr>
        </p:nvSpPr>
        <p:spPr>
          <a:xfrm>
            <a:off x="1511300" y="2884539"/>
            <a:ext cx="6119018" cy="715910"/>
          </a:xfrm>
        </p:spPr>
        <p:txBody>
          <a:bodyPr anchor="t">
            <a:normAutofit/>
          </a:bodyPr>
          <a:lstStyle>
            <a:lvl1pPr marL="0" indent="0" algn="ctr">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r>
              <a:rPr lang="en-US"/>
              <a:t>Date</a:t>
            </a:r>
            <a:endParaRPr lang="en-US" dirty="0"/>
          </a:p>
        </p:txBody>
      </p:sp>
      <p:sp>
        <p:nvSpPr>
          <p:cNvPr id="5" name="Footer Placeholder 4"/>
          <p:cNvSpPr>
            <a:spLocks noGrp="1"/>
          </p:cNvSpPr>
          <p:nvPr>
            <p:ph type="ftr" sz="quarter" idx="11"/>
          </p:nvPr>
        </p:nvSpPr>
        <p:spPr/>
        <p:txBody>
          <a:bodyPr/>
          <a:lstStyle/>
          <a:p>
            <a:r>
              <a:rPr lang="en-US"/>
              <a:t>Footer</a:t>
            </a:r>
            <a:endParaRPr lang="en-US" dirty="0"/>
          </a:p>
        </p:txBody>
      </p:sp>
      <p:sp>
        <p:nvSpPr>
          <p:cNvPr id="6" name="Slide Number Placeholder 5"/>
          <p:cNvSpPr>
            <a:spLocks noGrp="1"/>
          </p:cNvSpPr>
          <p:nvPr>
            <p:ph type="sldNum" sz="quarter" idx="12"/>
          </p:nvPr>
        </p:nvSpPr>
        <p:spPr/>
        <p:txBody>
          <a:bodyPr/>
          <a:lstStyle/>
          <a:p>
            <a:r>
              <a:rPr lang="en-US"/>
              <a:t>&lt;#&gt;</a:t>
            </a:r>
            <a:endParaRPr lang="en-US" dirty="0"/>
          </a:p>
        </p:txBody>
      </p:sp>
      <p:cxnSp>
        <p:nvCxnSpPr>
          <p:cNvPr id="16" name="Straight Connector 15"/>
          <p:cNvCxnSpPr/>
          <p:nvPr/>
        </p:nvCxnSpPr>
        <p:spPr>
          <a:xfrm>
            <a:off x="1509542" y="2782939"/>
            <a:ext cx="612253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9341644"/>
      </p:ext>
    </p:extLst>
  </p:cSld>
  <p:clrMapOvr>
    <a:masterClrMapping/>
  </p:clrMapOvr>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cxnSp>
        <p:nvCxnSpPr>
          <p:cNvPr id="8" name="Straight Connector 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973836" y="1920240"/>
            <a:ext cx="3538728" cy="2482596"/>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4636008" y="1920240"/>
            <a:ext cx="3538728" cy="2482596"/>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r>
              <a:rPr lang="en-US"/>
              <a:t>Date</a:t>
            </a:r>
            <a:endParaRPr lang="en-US" dirty="0"/>
          </a:p>
        </p:txBody>
      </p:sp>
      <p:sp>
        <p:nvSpPr>
          <p:cNvPr id="6" name="Footer Placeholder 5"/>
          <p:cNvSpPr>
            <a:spLocks noGrp="1"/>
          </p:cNvSpPr>
          <p:nvPr>
            <p:ph type="ftr" sz="quarter" idx="11"/>
          </p:nvPr>
        </p:nvSpPr>
        <p:spPr/>
        <p:txBody>
          <a:bodyPr/>
          <a:lstStyle/>
          <a:p>
            <a:r>
              <a:rPr lang="en-US"/>
              <a:t>Footer</a:t>
            </a:r>
            <a:endParaRPr lang="en-US" dirty="0"/>
          </a:p>
        </p:txBody>
      </p:sp>
      <p:sp>
        <p:nvSpPr>
          <p:cNvPr id="7" name="Slide Number Placeholder 6"/>
          <p:cNvSpPr>
            <a:spLocks noGrp="1"/>
          </p:cNvSpPr>
          <p:nvPr>
            <p:ph type="sldNum" sz="quarter" idx="12"/>
          </p:nvPr>
        </p:nvSpPr>
        <p:spPr/>
        <p:txBody>
          <a:bodyPr/>
          <a:lstStyle/>
          <a:p>
            <a:r>
              <a:rPr lang="en-US"/>
              <a:t>&lt;#&gt;</a:t>
            </a:r>
            <a:endParaRPr lang="en-US" dirty="0"/>
          </a:p>
        </p:txBody>
      </p:sp>
    </p:spTree>
    <p:extLst>
      <p:ext uri="{BB962C8B-B14F-4D97-AF65-F5344CB8AC3E}">
        <p14:creationId xmlns:p14="http://schemas.microsoft.com/office/powerpoint/2010/main" val="944229504"/>
      </p:ext>
    </p:extLst>
  </p:cSld>
  <p:clrMapOvr>
    <a:masterClrMapping/>
  </p:clrMapOvr>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t>Образец заголовка</a:t>
            </a:r>
            <a:endParaRPr lang="en-US" dirty="0"/>
          </a:p>
        </p:txBody>
      </p:sp>
      <p:sp>
        <p:nvSpPr>
          <p:cNvPr id="3" name="Text Placeholder 2"/>
          <p:cNvSpPr>
            <a:spLocks noGrp="1"/>
          </p:cNvSpPr>
          <p:nvPr>
            <p:ph type="body" idx="1"/>
          </p:nvPr>
        </p:nvSpPr>
        <p:spPr>
          <a:xfrm>
            <a:off x="971550" y="1993900"/>
            <a:ext cx="3538728" cy="432197"/>
          </a:xfrm>
        </p:spPr>
        <p:txBody>
          <a:bodyPr anchor="b">
            <a:noAutofit/>
          </a:bodyPr>
          <a:lstStyle>
            <a:lvl1pPr marL="0" indent="0">
              <a:spcBef>
                <a:spcPts val="504"/>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4" name="Content Placeholder 3"/>
          <p:cNvSpPr>
            <a:spLocks noGrp="1"/>
          </p:cNvSpPr>
          <p:nvPr>
            <p:ph sz="half" idx="2"/>
          </p:nvPr>
        </p:nvSpPr>
        <p:spPr>
          <a:xfrm>
            <a:off x="971550" y="2432447"/>
            <a:ext cx="3538728" cy="1974454"/>
          </a:xfrm>
        </p:spPr>
        <p:txBody>
          <a:bodyPr anchor="t">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4635503" y="1993900"/>
            <a:ext cx="3538728" cy="432197"/>
          </a:xfrm>
        </p:spPr>
        <p:txBody>
          <a:bodyPr anchor="b">
            <a:noAutofit/>
          </a:bodyPr>
          <a:lstStyle>
            <a:lvl1pPr marL="0" indent="0">
              <a:spcBef>
                <a:spcPts val="504"/>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6" name="Content Placeholder 5"/>
          <p:cNvSpPr>
            <a:spLocks noGrp="1"/>
          </p:cNvSpPr>
          <p:nvPr>
            <p:ph sz="quarter" idx="4"/>
          </p:nvPr>
        </p:nvSpPr>
        <p:spPr>
          <a:xfrm>
            <a:off x="4635503" y="2432447"/>
            <a:ext cx="3538728" cy="1974454"/>
          </a:xfrm>
        </p:spPr>
        <p:txBody>
          <a:bodyPr anchor="t">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r>
              <a:rPr lang="en-US"/>
              <a:t>Date</a:t>
            </a:r>
            <a:endParaRPr lang="en-US" dirty="0"/>
          </a:p>
        </p:txBody>
      </p:sp>
      <p:sp>
        <p:nvSpPr>
          <p:cNvPr id="8" name="Footer Placeholder 7"/>
          <p:cNvSpPr>
            <a:spLocks noGrp="1"/>
          </p:cNvSpPr>
          <p:nvPr>
            <p:ph type="ftr" sz="quarter" idx="11"/>
          </p:nvPr>
        </p:nvSpPr>
        <p:spPr/>
        <p:txBody>
          <a:bodyPr/>
          <a:lstStyle/>
          <a:p>
            <a:r>
              <a:rPr lang="en-US"/>
              <a:t>Footer</a:t>
            </a:r>
            <a:endParaRPr lang="en-US" dirty="0"/>
          </a:p>
        </p:txBody>
      </p:sp>
      <p:sp>
        <p:nvSpPr>
          <p:cNvPr id="9" name="Slide Number Placeholder 8"/>
          <p:cNvSpPr>
            <a:spLocks noGrp="1"/>
          </p:cNvSpPr>
          <p:nvPr>
            <p:ph type="sldNum" sz="quarter" idx="12"/>
          </p:nvPr>
        </p:nvSpPr>
        <p:spPr/>
        <p:txBody>
          <a:bodyPr/>
          <a:lstStyle/>
          <a:p>
            <a:r>
              <a:rPr lang="en-US"/>
              <a:t>&lt;#&gt;</a:t>
            </a:r>
            <a:endParaRPr lang="en-US" dirty="0"/>
          </a:p>
        </p:txBody>
      </p:sp>
      <p:cxnSp>
        <p:nvCxnSpPr>
          <p:cNvPr id="18" name="Straight Connector 1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5684095"/>
      </p:ext>
    </p:extLst>
  </p:cSld>
  <p:clrMapOvr>
    <a:masterClrMapping/>
  </p:clrMapOvr>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r>
              <a:rPr lang="en-US"/>
              <a:t>Date</a:t>
            </a:r>
            <a:endParaRPr lang="en-US" dirty="0"/>
          </a:p>
        </p:txBody>
      </p:sp>
      <p:sp>
        <p:nvSpPr>
          <p:cNvPr id="4" name="Footer Placeholder 3"/>
          <p:cNvSpPr>
            <a:spLocks noGrp="1"/>
          </p:cNvSpPr>
          <p:nvPr>
            <p:ph type="ftr" sz="quarter" idx="11"/>
          </p:nvPr>
        </p:nvSpPr>
        <p:spPr/>
        <p:txBody>
          <a:bodyPr/>
          <a:lstStyle/>
          <a:p>
            <a:r>
              <a:rPr lang="en-US"/>
              <a:t>Footer</a:t>
            </a:r>
            <a:endParaRPr lang="en-US" dirty="0"/>
          </a:p>
        </p:txBody>
      </p:sp>
      <p:sp>
        <p:nvSpPr>
          <p:cNvPr id="5" name="Slide Number Placeholder 4"/>
          <p:cNvSpPr>
            <a:spLocks noGrp="1"/>
          </p:cNvSpPr>
          <p:nvPr>
            <p:ph type="sldNum" sz="quarter" idx="12"/>
          </p:nvPr>
        </p:nvSpPr>
        <p:spPr/>
        <p:txBody>
          <a:bodyPr/>
          <a:lstStyle/>
          <a:p>
            <a:r>
              <a:rPr lang="en-US"/>
              <a:t>&lt;#&gt;</a:t>
            </a:r>
            <a:endParaRPr lang="en-US" dirty="0"/>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1231498"/>
      </p:ext>
    </p:extLst>
  </p:cSld>
  <p:clrMapOvr>
    <a:masterClrMapping/>
  </p:clrMapOvr>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Date</a:t>
            </a:r>
            <a:endParaRPr lang="en-US" dirty="0"/>
          </a:p>
        </p:txBody>
      </p:sp>
      <p:sp>
        <p:nvSpPr>
          <p:cNvPr id="3" name="Footer Placeholder 2"/>
          <p:cNvSpPr>
            <a:spLocks noGrp="1"/>
          </p:cNvSpPr>
          <p:nvPr>
            <p:ph type="ftr" sz="quarter" idx="11"/>
          </p:nvPr>
        </p:nvSpPr>
        <p:spPr/>
        <p:txBody>
          <a:bodyPr/>
          <a:lstStyle/>
          <a:p>
            <a:r>
              <a:rPr lang="en-US"/>
              <a:t>Footer</a:t>
            </a:r>
            <a:endParaRPr lang="en-US" dirty="0"/>
          </a:p>
        </p:txBody>
      </p:sp>
      <p:sp>
        <p:nvSpPr>
          <p:cNvPr id="4" name="Slide Number Placeholder 3"/>
          <p:cNvSpPr>
            <a:spLocks noGrp="1"/>
          </p:cNvSpPr>
          <p:nvPr>
            <p:ph type="sldNum" sz="quarter" idx="12"/>
          </p:nvPr>
        </p:nvSpPr>
        <p:spPr/>
        <p:txBody>
          <a:bodyPr/>
          <a:lstStyle/>
          <a:p>
            <a:r>
              <a:rPr lang="en-US"/>
              <a:t>&lt;#&gt;</a:t>
            </a:r>
            <a:endParaRPr lang="en-US" dirty="0"/>
          </a:p>
        </p:txBody>
      </p:sp>
    </p:spTree>
    <p:extLst>
      <p:ext uri="{BB962C8B-B14F-4D97-AF65-F5344CB8AC3E}">
        <p14:creationId xmlns:p14="http://schemas.microsoft.com/office/powerpoint/2010/main" val="1490611751"/>
      </p:ext>
    </p:extLst>
  </p:cSld>
  <p:clrMapOvr>
    <a:masterClrMapping/>
  </p:clrMapOvr>
  <p:hf sldNum="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970359" y="1041401"/>
            <a:ext cx="2788841" cy="1028700"/>
          </a:xfrm>
        </p:spPr>
        <p:txBody>
          <a:bodyPr anchor="b">
            <a:normAutofit/>
          </a:bodyPr>
          <a:lstStyle>
            <a:lvl1pPr algn="ctr">
              <a:defRPr sz="1800" b="0"/>
            </a:lvl1pPr>
          </a:lstStyle>
          <a:p>
            <a:r>
              <a:rPr lang="ru-RU"/>
              <a:t>Образец заголовка</a:t>
            </a:r>
            <a:endParaRPr lang="en-US" dirty="0"/>
          </a:p>
        </p:txBody>
      </p:sp>
      <p:sp>
        <p:nvSpPr>
          <p:cNvPr id="3" name="Content Placeholder 2"/>
          <p:cNvSpPr>
            <a:spLocks noGrp="1"/>
          </p:cNvSpPr>
          <p:nvPr>
            <p:ph idx="1"/>
          </p:nvPr>
        </p:nvSpPr>
        <p:spPr>
          <a:xfrm>
            <a:off x="4064001" y="736599"/>
            <a:ext cx="4102100" cy="3670301"/>
          </a:xfrm>
        </p:spPr>
        <p:txBody>
          <a:bodyPr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970359" y="2273299"/>
            <a:ext cx="2788841" cy="1828803"/>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ru-RU"/>
              <a:t>Образец текста</a:t>
            </a:r>
          </a:p>
        </p:txBody>
      </p:sp>
      <p:sp>
        <p:nvSpPr>
          <p:cNvPr id="5" name="Date Placeholder 4"/>
          <p:cNvSpPr>
            <a:spLocks noGrp="1"/>
          </p:cNvSpPr>
          <p:nvPr>
            <p:ph type="dt" sz="half" idx="10"/>
          </p:nvPr>
        </p:nvSpPr>
        <p:spPr/>
        <p:txBody>
          <a:bodyPr/>
          <a:lstStyle/>
          <a:p>
            <a:r>
              <a:rPr lang="en-US"/>
              <a:t>Date</a:t>
            </a:r>
            <a:endParaRPr lang="en-US" dirty="0"/>
          </a:p>
        </p:txBody>
      </p:sp>
      <p:sp>
        <p:nvSpPr>
          <p:cNvPr id="6" name="Footer Placeholder 5"/>
          <p:cNvSpPr>
            <a:spLocks noGrp="1"/>
          </p:cNvSpPr>
          <p:nvPr>
            <p:ph type="ftr" sz="quarter" idx="11"/>
          </p:nvPr>
        </p:nvSpPr>
        <p:spPr/>
        <p:txBody>
          <a:bodyPr/>
          <a:lstStyle/>
          <a:p>
            <a:r>
              <a:rPr lang="en-US"/>
              <a:t>Footer</a:t>
            </a:r>
            <a:endParaRPr lang="en-US" dirty="0"/>
          </a:p>
        </p:txBody>
      </p:sp>
      <p:sp>
        <p:nvSpPr>
          <p:cNvPr id="7" name="Slide Number Placeholder 6"/>
          <p:cNvSpPr>
            <a:spLocks noGrp="1"/>
          </p:cNvSpPr>
          <p:nvPr>
            <p:ph type="sldNum" sz="quarter" idx="12"/>
          </p:nvPr>
        </p:nvSpPr>
        <p:spPr/>
        <p:txBody>
          <a:bodyPr/>
          <a:lstStyle/>
          <a:p>
            <a:r>
              <a:rPr lang="en-US"/>
              <a:t>&lt;#&gt;</a:t>
            </a:r>
            <a:endParaRPr lang="en-US" dirty="0"/>
          </a:p>
        </p:txBody>
      </p:sp>
      <p:cxnSp>
        <p:nvCxnSpPr>
          <p:cNvPr id="16" name="Straight Connector 15"/>
          <p:cNvCxnSpPr/>
          <p:nvPr/>
        </p:nvCxnSpPr>
        <p:spPr>
          <a:xfrm>
            <a:off x="1047127" y="2184400"/>
            <a:ext cx="26358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7749016"/>
      </p:ext>
    </p:extLst>
  </p:cSld>
  <p:clrMapOvr>
    <a:masterClrMapping/>
  </p:clrMapOvr>
  <p:hf sldNum="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971549" y="1412874"/>
            <a:ext cx="4681362" cy="1028700"/>
          </a:xfrm>
        </p:spPr>
        <p:txBody>
          <a:bodyPr anchor="b">
            <a:normAutofit/>
          </a:bodyPr>
          <a:lstStyle>
            <a:lvl1pPr algn="ctr">
              <a:defRPr sz="2100" b="0"/>
            </a:lvl1pPr>
          </a:lstStyle>
          <a:p>
            <a:r>
              <a:rPr lang="ru-RU"/>
              <a:t>Образец заголовка</a:t>
            </a:r>
            <a:endParaRPr lang="en-US" dirty="0"/>
          </a:p>
        </p:txBody>
      </p:sp>
      <p:sp>
        <p:nvSpPr>
          <p:cNvPr id="17" name="Picture Placeholder 2"/>
          <p:cNvSpPr>
            <a:spLocks noGrp="1" noChangeAspect="1"/>
          </p:cNvSpPr>
          <p:nvPr>
            <p:ph type="pic" idx="1"/>
          </p:nvPr>
        </p:nvSpPr>
        <p:spPr>
          <a:xfrm>
            <a:off x="6071124" y="781050"/>
            <a:ext cx="2297510" cy="35814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ru-RU"/>
              <a:t>Вставка рисунка</a:t>
            </a:r>
            <a:endParaRPr lang="en-US" dirty="0"/>
          </a:p>
        </p:txBody>
      </p:sp>
      <p:sp>
        <p:nvSpPr>
          <p:cNvPr id="4" name="Text Placeholder 3"/>
          <p:cNvSpPr>
            <a:spLocks noGrp="1"/>
          </p:cNvSpPr>
          <p:nvPr>
            <p:ph type="body" sz="half" idx="2"/>
          </p:nvPr>
        </p:nvSpPr>
        <p:spPr>
          <a:xfrm>
            <a:off x="971549" y="2441574"/>
            <a:ext cx="4681362" cy="1371600"/>
          </a:xfrm>
        </p:spPr>
        <p:txBody>
          <a:bodyPr anchor="t">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ru-RU"/>
              <a:t>Образец текста</a:t>
            </a:r>
          </a:p>
        </p:txBody>
      </p:sp>
      <p:sp>
        <p:nvSpPr>
          <p:cNvPr id="5" name="Date Placeholder 4"/>
          <p:cNvSpPr>
            <a:spLocks noGrp="1"/>
          </p:cNvSpPr>
          <p:nvPr>
            <p:ph type="dt" sz="half" idx="10"/>
          </p:nvPr>
        </p:nvSpPr>
        <p:spPr/>
        <p:txBody>
          <a:bodyPr/>
          <a:lstStyle/>
          <a:p>
            <a:r>
              <a:rPr lang="en-US"/>
              <a:t>Date</a:t>
            </a:r>
            <a:endParaRPr lang="en-US" dirty="0"/>
          </a:p>
        </p:txBody>
      </p:sp>
      <p:sp>
        <p:nvSpPr>
          <p:cNvPr id="6" name="Footer Placeholder 5"/>
          <p:cNvSpPr>
            <a:spLocks noGrp="1"/>
          </p:cNvSpPr>
          <p:nvPr>
            <p:ph type="ftr" sz="quarter" idx="11"/>
          </p:nvPr>
        </p:nvSpPr>
        <p:spPr/>
        <p:txBody>
          <a:bodyPr/>
          <a:lstStyle/>
          <a:p>
            <a:r>
              <a:rPr lang="en-US"/>
              <a:t>Footer</a:t>
            </a:r>
            <a:endParaRPr lang="en-US" dirty="0"/>
          </a:p>
        </p:txBody>
      </p:sp>
      <p:sp>
        <p:nvSpPr>
          <p:cNvPr id="7" name="Slide Number Placeholder 6"/>
          <p:cNvSpPr>
            <a:spLocks noGrp="1"/>
          </p:cNvSpPr>
          <p:nvPr>
            <p:ph type="sldNum" sz="quarter" idx="12"/>
          </p:nvPr>
        </p:nvSpPr>
        <p:spPr/>
        <p:txBody>
          <a:bodyPr/>
          <a:lstStyle/>
          <a:p>
            <a:r>
              <a:rPr lang="en-US"/>
              <a:t>&lt;#&gt;</a:t>
            </a:r>
            <a:endParaRPr lang="en-US" dirty="0"/>
          </a:p>
        </p:txBody>
      </p:sp>
    </p:spTree>
    <p:extLst>
      <p:ext uri="{BB962C8B-B14F-4D97-AF65-F5344CB8AC3E}">
        <p14:creationId xmlns:p14="http://schemas.microsoft.com/office/powerpoint/2010/main" val="3770217981"/>
      </p:ext>
    </p:extLst>
  </p:cSld>
  <p:clrMapOvr>
    <a:masterClrMapping/>
  </p:clrMapOvr>
  <p:hf sldNum="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971551" y="3611561"/>
            <a:ext cx="7207250" cy="425054"/>
          </a:xfrm>
        </p:spPr>
        <p:txBody>
          <a:bodyPr anchor="b">
            <a:normAutofit/>
          </a:bodyPr>
          <a:lstStyle>
            <a:lvl1pPr algn="ctr">
              <a:defRPr sz="18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781070" y="781050"/>
            <a:ext cx="7579479" cy="2501902"/>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ru-RU"/>
              <a:t>Вставка рисунка</a:t>
            </a:r>
            <a:endParaRPr lang="en-US" dirty="0"/>
          </a:p>
        </p:txBody>
      </p:sp>
      <p:sp>
        <p:nvSpPr>
          <p:cNvPr id="4" name="Text Placeholder 3"/>
          <p:cNvSpPr>
            <a:spLocks noGrp="1"/>
          </p:cNvSpPr>
          <p:nvPr>
            <p:ph type="body" sz="half" idx="2"/>
          </p:nvPr>
        </p:nvSpPr>
        <p:spPr>
          <a:xfrm>
            <a:off x="971551" y="4036615"/>
            <a:ext cx="7207250" cy="370284"/>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ru-RU"/>
              <a:t>Образец текста</a:t>
            </a:r>
          </a:p>
        </p:txBody>
      </p:sp>
      <p:sp>
        <p:nvSpPr>
          <p:cNvPr id="5" name="Date Placeholder 4"/>
          <p:cNvSpPr>
            <a:spLocks noGrp="1"/>
          </p:cNvSpPr>
          <p:nvPr>
            <p:ph type="dt" sz="half" idx="10"/>
          </p:nvPr>
        </p:nvSpPr>
        <p:spPr/>
        <p:txBody>
          <a:bodyPr/>
          <a:lstStyle/>
          <a:p>
            <a:r>
              <a:rPr lang="en-US"/>
              <a:t>Date</a:t>
            </a:r>
            <a:endParaRPr lang="en-US" dirty="0"/>
          </a:p>
        </p:txBody>
      </p:sp>
      <p:sp>
        <p:nvSpPr>
          <p:cNvPr id="6" name="Footer Placeholder 5"/>
          <p:cNvSpPr>
            <a:spLocks noGrp="1"/>
          </p:cNvSpPr>
          <p:nvPr>
            <p:ph type="ftr" sz="quarter" idx="11"/>
          </p:nvPr>
        </p:nvSpPr>
        <p:spPr/>
        <p:txBody>
          <a:bodyPr/>
          <a:lstStyle/>
          <a:p>
            <a:r>
              <a:rPr lang="en-US"/>
              <a:t>Footer</a:t>
            </a:r>
            <a:endParaRPr lang="en-US" dirty="0"/>
          </a:p>
        </p:txBody>
      </p:sp>
      <p:sp>
        <p:nvSpPr>
          <p:cNvPr id="7" name="Slide Number Placeholder 6"/>
          <p:cNvSpPr>
            <a:spLocks noGrp="1"/>
          </p:cNvSpPr>
          <p:nvPr>
            <p:ph type="sldNum" sz="quarter" idx="12"/>
          </p:nvPr>
        </p:nvSpPr>
        <p:spPr/>
        <p:txBody>
          <a:bodyPr/>
          <a:lstStyle/>
          <a:p>
            <a:r>
              <a:rPr lang="en-US"/>
              <a:t>&lt;#&gt;</a:t>
            </a:r>
            <a:endParaRPr lang="en-US" dirty="0"/>
          </a:p>
        </p:txBody>
      </p:sp>
    </p:spTree>
    <p:extLst>
      <p:ext uri="{BB962C8B-B14F-4D97-AF65-F5344CB8AC3E}">
        <p14:creationId xmlns:p14="http://schemas.microsoft.com/office/powerpoint/2010/main" val="10848718"/>
      </p:ext>
    </p:extLst>
  </p:cSld>
  <p:clrMapOvr>
    <a:masterClrMapping/>
  </p:clrMapOvr>
  <p:hf sldNum="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977901" y="736599"/>
            <a:ext cx="7194549" cy="2216151"/>
          </a:xfrm>
        </p:spPr>
        <p:txBody>
          <a:bodyPr anchor="ctr">
            <a:normAutofit/>
          </a:bodyPr>
          <a:lstStyle>
            <a:lvl1pPr algn="ctr">
              <a:defRPr sz="2400" b="0" cap="none"/>
            </a:lvl1pPr>
          </a:lstStyle>
          <a:p>
            <a:r>
              <a:rPr lang="ru-RU"/>
              <a:t>Образец заголовка</a:t>
            </a:r>
            <a:endParaRPr lang="en-US" dirty="0"/>
          </a:p>
        </p:txBody>
      </p:sp>
      <p:sp>
        <p:nvSpPr>
          <p:cNvPr id="3" name="Text Placeholder 2"/>
          <p:cNvSpPr>
            <a:spLocks noGrp="1"/>
          </p:cNvSpPr>
          <p:nvPr>
            <p:ph type="body" idx="1"/>
          </p:nvPr>
        </p:nvSpPr>
        <p:spPr>
          <a:xfrm>
            <a:off x="977901" y="3257550"/>
            <a:ext cx="7194549"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r>
              <a:rPr lang="en-US"/>
              <a:t>Date</a:t>
            </a:r>
            <a:endParaRPr lang="en-US" dirty="0"/>
          </a:p>
        </p:txBody>
      </p:sp>
      <p:sp>
        <p:nvSpPr>
          <p:cNvPr id="5" name="Footer Placeholder 4"/>
          <p:cNvSpPr>
            <a:spLocks noGrp="1"/>
          </p:cNvSpPr>
          <p:nvPr>
            <p:ph type="ftr" sz="quarter" idx="11"/>
          </p:nvPr>
        </p:nvSpPr>
        <p:spPr/>
        <p:txBody>
          <a:bodyPr/>
          <a:lstStyle/>
          <a:p>
            <a:r>
              <a:rPr lang="en-US"/>
              <a:t>Footer</a:t>
            </a:r>
            <a:endParaRPr lang="en-US" dirty="0"/>
          </a:p>
        </p:txBody>
      </p:sp>
      <p:sp>
        <p:nvSpPr>
          <p:cNvPr id="6" name="Slide Number Placeholder 5"/>
          <p:cNvSpPr>
            <a:spLocks noGrp="1"/>
          </p:cNvSpPr>
          <p:nvPr>
            <p:ph type="sldNum" sz="quarter" idx="12"/>
          </p:nvPr>
        </p:nvSpPr>
        <p:spPr/>
        <p:txBody>
          <a:bodyPr/>
          <a:lstStyle/>
          <a:p>
            <a:r>
              <a:rPr lang="en-US"/>
              <a:t>&lt;#&gt;</a:t>
            </a:r>
            <a:endParaRPr lang="en-US" dirty="0"/>
          </a:p>
        </p:txBody>
      </p:sp>
      <p:cxnSp>
        <p:nvCxnSpPr>
          <p:cNvPr id="15" name="Straight Connector 14"/>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073164"/>
      </p:ext>
    </p:extLst>
  </p:cSld>
  <p:clrMapOvr>
    <a:masterClrMapping/>
  </p:clrMapOvr>
  <p:hf sldNum="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778001"/>
          </a:xfrm>
        </p:spPr>
        <p:txBody>
          <a:bodyPr anchor="ctr">
            <a:normAutofit/>
          </a:bodyPr>
          <a:lstStyle>
            <a:lvl1pPr algn="ctr">
              <a:defRPr sz="2400" b="0" cap="none">
                <a:solidFill>
                  <a:schemeClr val="tx1"/>
                </a:solidFill>
              </a:defRPr>
            </a:lvl1pPr>
          </a:lstStyle>
          <a:p>
            <a:r>
              <a:rPr lang="ru-RU"/>
              <a:t>Образец заголовка</a:t>
            </a:r>
            <a:endParaRPr lang="en-US" dirty="0"/>
          </a:p>
        </p:txBody>
      </p:sp>
      <p:sp>
        <p:nvSpPr>
          <p:cNvPr id="10" name="Text Placeholder 9"/>
          <p:cNvSpPr>
            <a:spLocks noGrp="1"/>
          </p:cNvSpPr>
          <p:nvPr>
            <p:ph type="body" sz="quarter" idx="13"/>
          </p:nvPr>
        </p:nvSpPr>
        <p:spPr>
          <a:xfrm>
            <a:off x="1256109" y="2514600"/>
            <a:ext cx="6629402" cy="438150"/>
          </a:xfrm>
        </p:spPr>
        <p:txBody>
          <a:bodyPr anchor="ctr">
            <a:normAutofit/>
          </a:bodyPr>
          <a:lstStyle>
            <a:lvl1pPr marL="0" indent="0" algn="r">
              <a:buFontTx/>
              <a:buNone/>
              <a:defRPr sz="15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ru-RU"/>
              <a:t>Образец текста</a:t>
            </a:r>
          </a:p>
        </p:txBody>
      </p:sp>
      <p:sp>
        <p:nvSpPr>
          <p:cNvPr id="3" name="Text Placeholder 2"/>
          <p:cNvSpPr>
            <a:spLocks noGrp="1"/>
          </p:cNvSpPr>
          <p:nvPr>
            <p:ph type="body" idx="1"/>
          </p:nvPr>
        </p:nvSpPr>
        <p:spPr>
          <a:xfrm>
            <a:off x="971551" y="3257550"/>
            <a:ext cx="7207250"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r>
              <a:rPr lang="en-US"/>
              <a:t>Date</a:t>
            </a:r>
            <a:endParaRPr lang="en-US" dirty="0"/>
          </a:p>
        </p:txBody>
      </p:sp>
      <p:sp>
        <p:nvSpPr>
          <p:cNvPr id="5" name="Footer Placeholder 4"/>
          <p:cNvSpPr>
            <a:spLocks noGrp="1"/>
          </p:cNvSpPr>
          <p:nvPr>
            <p:ph type="ftr" sz="quarter" idx="11"/>
          </p:nvPr>
        </p:nvSpPr>
        <p:spPr/>
        <p:txBody>
          <a:bodyPr/>
          <a:lstStyle/>
          <a:p>
            <a:r>
              <a:rPr lang="en-US"/>
              <a:t>Footer</a:t>
            </a:r>
            <a:endParaRPr lang="en-US" dirty="0"/>
          </a:p>
        </p:txBody>
      </p:sp>
      <p:sp>
        <p:nvSpPr>
          <p:cNvPr id="6" name="Slide Number Placeholder 5"/>
          <p:cNvSpPr>
            <a:spLocks noGrp="1"/>
          </p:cNvSpPr>
          <p:nvPr>
            <p:ph type="sldNum" sz="quarter" idx="12"/>
          </p:nvPr>
        </p:nvSpPr>
        <p:spPr/>
        <p:txBody>
          <a:bodyPr/>
          <a:lstStyle/>
          <a:p>
            <a:r>
              <a:rPr lang="en-US"/>
              <a:t>&lt;#&gt;</a:t>
            </a:r>
            <a:endParaRPr lang="en-US" dirty="0"/>
          </a:p>
        </p:txBody>
      </p:sp>
      <p:sp>
        <p:nvSpPr>
          <p:cNvPr id="14" name="TextBox 13"/>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950200" y="2120903"/>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19" name="Straight Connector 18"/>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7776346"/>
      </p:ext>
    </p:extLst>
  </p:cSld>
  <p:clrMapOvr>
    <a:masterClrMapping/>
  </p:clrMapOvr>
  <p:hf sldNum="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971552" y="2481436"/>
            <a:ext cx="7207251" cy="1101600"/>
          </a:xfrm>
        </p:spPr>
        <p:txBody>
          <a:bodyPr anchor="b">
            <a:normAutofit/>
          </a:bodyPr>
          <a:lstStyle>
            <a:lvl1pPr algn="l">
              <a:defRPr sz="2400" b="0" cap="none"/>
            </a:lvl1pPr>
          </a:lstStyle>
          <a:p>
            <a:r>
              <a:rPr lang="ru-RU"/>
              <a:t>Образец заголовка</a:t>
            </a:r>
            <a:endParaRPr lang="en-US" dirty="0"/>
          </a:p>
        </p:txBody>
      </p:sp>
      <p:sp>
        <p:nvSpPr>
          <p:cNvPr id="3" name="Text Placeholder 2"/>
          <p:cNvSpPr>
            <a:spLocks noGrp="1"/>
          </p:cNvSpPr>
          <p:nvPr>
            <p:ph type="body" idx="1"/>
          </p:nvPr>
        </p:nvSpPr>
        <p:spPr>
          <a:xfrm>
            <a:off x="971551" y="3583036"/>
            <a:ext cx="7207251"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r>
              <a:rPr lang="en-US"/>
              <a:t>Date</a:t>
            </a:r>
            <a:endParaRPr lang="en-US" dirty="0"/>
          </a:p>
        </p:txBody>
      </p:sp>
      <p:sp>
        <p:nvSpPr>
          <p:cNvPr id="5" name="Footer Placeholder 4"/>
          <p:cNvSpPr>
            <a:spLocks noGrp="1"/>
          </p:cNvSpPr>
          <p:nvPr>
            <p:ph type="ftr" sz="quarter" idx="11"/>
          </p:nvPr>
        </p:nvSpPr>
        <p:spPr/>
        <p:txBody>
          <a:bodyPr/>
          <a:lstStyle/>
          <a:p>
            <a:r>
              <a:rPr lang="en-US"/>
              <a:t>Footer</a:t>
            </a:r>
            <a:endParaRPr lang="en-US" dirty="0"/>
          </a:p>
        </p:txBody>
      </p:sp>
      <p:sp>
        <p:nvSpPr>
          <p:cNvPr id="6" name="Slide Number Placeholder 5"/>
          <p:cNvSpPr>
            <a:spLocks noGrp="1"/>
          </p:cNvSpPr>
          <p:nvPr>
            <p:ph type="sldNum" sz="quarter" idx="12"/>
          </p:nvPr>
        </p:nvSpPr>
        <p:spPr/>
        <p:txBody>
          <a:bodyPr/>
          <a:lstStyle/>
          <a:p>
            <a:r>
              <a:rPr lang="en-US"/>
              <a:t>&lt;#&gt;</a:t>
            </a:r>
            <a:endParaRPr lang="en-US" dirty="0"/>
          </a:p>
        </p:txBody>
      </p:sp>
    </p:spTree>
    <p:extLst>
      <p:ext uri="{BB962C8B-B14F-4D97-AF65-F5344CB8AC3E}">
        <p14:creationId xmlns:p14="http://schemas.microsoft.com/office/powerpoint/2010/main" val="90717389"/>
      </p:ext>
    </p:extLst>
  </p:cSld>
  <p:clrMapOvr>
    <a:masterClrMapping/>
  </p:clrMapOvr>
  <p:hf sldNum="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682751"/>
          </a:xfrm>
        </p:spPr>
        <p:txBody>
          <a:bodyPr anchor="ctr">
            <a:normAutofit/>
          </a:bodyPr>
          <a:lstStyle>
            <a:lvl1pPr algn="ctr">
              <a:defRPr sz="2400" b="0" cap="none">
                <a:solidFill>
                  <a:schemeClr val="tx1"/>
                </a:solidFill>
              </a:defRPr>
            </a:lvl1pPr>
          </a:lstStyle>
          <a:p>
            <a:r>
              <a:rPr lang="ru-RU"/>
              <a:t>Образец заголовка</a:t>
            </a:r>
            <a:endParaRPr lang="en-US" dirty="0"/>
          </a:p>
        </p:txBody>
      </p:sp>
      <p:sp>
        <p:nvSpPr>
          <p:cNvPr id="23" name="Text Placeholder 2"/>
          <p:cNvSpPr>
            <a:spLocks noGrp="1"/>
          </p:cNvSpPr>
          <p:nvPr>
            <p:ph type="body" idx="13"/>
          </p:nvPr>
        </p:nvSpPr>
        <p:spPr>
          <a:xfrm>
            <a:off x="971551" y="2729484"/>
            <a:ext cx="7207251" cy="665226"/>
          </a:xfrm>
        </p:spPr>
        <p:txBody>
          <a:bodyPr anchor="b">
            <a:normAutofit/>
          </a:bodyPr>
          <a:lstStyle>
            <a:lvl1pPr marL="0" indent="0" algn="l">
              <a:spcBef>
                <a:spcPts val="0"/>
              </a:spcBef>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ru-RU"/>
              <a:t>Образец текста</a:t>
            </a:r>
          </a:p>
        </p:txBody>
      </p:sp>
      <p:sp>
        <p:nvSpPr>
          <p:cNvPr id="3" name="Text Placeholder 2"/>
          <p:cNvSpPr>
            <a:spLocks noGrp="1"/>
          </p:cNvSpPr>
          <p:nvPr>
            <p:ph type="body" idx="1"/>
          </p:nvPr>
        </p:nvSpPr>
        <p:spPr>
          <a:xfrm>
            <a:off x="971551" y="3397250"/>
            <a:ext cx="7207251" cy="10096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r>
              <a:rPr lang="en-US"/>
              <a:t>Date</a:t>
            </a:r>
            <a:endParaRPr lang="en-US" dirty="0"/>
          </a:p>
        </p:txBody>
      </p:sp>
      <p:sp>
        <p:nvSpPr>
          <p:cNvPr id="5" name="Footer Placeholder 4"/>
          <p:cNvSpPr>
            <a:spLocks noGrp="1"/>
          </p:cNvSpPr>
          <p:nvPr>
            <p:ph type="ftr" sz="quarter" idx="11"/>
          </p:nvPr>
        </p:nvSpPr>
        <p:spPr/>
        <p:txBody>
          <a:bodyPr/>
          <a:lstStyle/>
          <a:p>
            <a:r>
              <a:rPr lang="en-US"/>
              <a:t>Footer</a:t>
            </a:r>
            <a:endParaRPr lang="en-US" dirty="0"/>
          </a:p>
        </p:txBody>
      </p:sp>
      <p:sp>
        <p:nvSpPr>
          <p:cNvPr id="6" name="Slide Number Placeholder 5"/>
          <p:cNvSpPr>
            <a:spLocks noGrp="1"/>
          </p:cNvSpPr>
          <p:nvPr>
            <p:ph type="sldNum" sz="quarter" idx="12"/>
          </p:nvPr>
        </p:nvSpPr>
        <p:spPr/>
        <p:txBody>
          <a:bodyPr/>
          <a:lstStyle/>
          <a:p>
            <a:r>
              <a:rPr lang="en-US"/>
              <a:t>&lt;#&gt;</a:t>
            </a:r>
            <a:endParaRPr lang="en-US" dirty="0"/>
          </a:p>
        </p:txBody>
      </p:sp>
      <p:sp>
        <p:nvSpPr>
          <p:cNvPr id="12" name="TextBox 11"/>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3" name="TextBox 12"/>
          <p:cNvSpPr txBox="1"/>
          <p:nvPr/>
        </p:nvSpPr>
        <p:spPr>
          <a:xfrm>
            <a:off x="7950200" y="1949446"/>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26" name="Straight Connector 25"/>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7552194"/>
      </p:ext>
    </p:extLst>
  </p:cSld>
  <p:clrMapOvr>
    <a:masterClrMapping/>
  </p:clrMapOvr>
  <p:hf sldNum="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971551" y="736599"/>
            <a:ext cx="7207250" cy="1682751"/>
          </a:xfrm>
        </p:spPr>
        <p:txBody>
          <a:bodyPr vert="horz" lIns="91440" tIns="45720" rIns="91440" bIns="45720" rtlCol="0" anchor="ctr">
            <a:normAutofit/>
          </a:bodyPr>
          <a:lstStyle>
            <a:lvl1pPr>
              <a:defRPr lang="en-US" b="0" dirty="0"/>
            </a:lvl1pPr>
          </a:lstStyle>
          <a:p>
            <a:pPr marL="0" lvl="0"/>
            <a:r>
              <a:rPr lang="ru-RU"/>
              <a:t>Образец заголовка</a:t>
            </a:r>
            <a:endParaRPr lang="en-US" dirty="0"/>
          </a:p>
        </p:txBody>
      </p:sp>
      <p:sp>
        <p:nvSpPr>
          <p:cNvPr id="20" name="Text Placeholder 2"/>
          <p:cNvSpPr>
            <a:spLocks noGrp="1"/>
          </p:cNvSpPr>
          <p:nvPr>
            <p:ph type="body" idx="13"/>
          </p:nvPr>
        </p:nvSpPr>
        <p:spPr>
          <a:xfrm>
            <a:off x="971551" y="2722626"/>
            <a:ext cx="7207251" cy="630936"/>
          </a:xfrm>
        </p:spPr>
        <p:txBody>
          <a:bodyPr anchor="b">
            <a:normAutofit/>
          </a:bodyPr>
          <a:lstStyle>
            <a:lvl1pPr marL="0" indent="0" algn="l">
              <a:spcBef>
                <a:spcPts val="0"/>
              </a:spcBef>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ru-RU"/>
              <a:t>Образец текста</a:t>
            </a:r>
          </a:p>
        </p:txBody>
      </p:sp>
      <p:sp>
        <p:nvSpPr>
          <p:cNvPr id="3" name="Text Placeholder 2"/>
          <p:cNvSpPr>
            <a:spLocks noGrp="1"/>
          </p:cNvSpPr>
          <p:nvPr>
            <p:ph type="body" idx="1"/>
          </p:nvPr>
        </p:nvSpPr>
        <p:spPr>
          <a:xfrm>
            <a:off x="971550" y="3352800"/>
            <a:ext cx="7207253" cy="10541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r>
              <a:rPr lang="en-US"/>
              <a:t>Date</a:t>
            </a:r>
            <a:endParaRPr lang="en-US" dirty="0"/>
          </a:p>
        </p:txBody>
      </p:sp>
      <p:sp>
        <p:nvSpPr>
          <p:cNvPr id="5" name="Footer Placeholder 4"/>
          <p:cNvSpPr>
            <a:spLocks noGrp="1"/>
          </p:cNvSpPr>
          <p:nvPr>
            <p:ph type="ftr" sz="quarter" idx="11"/>
          </p:nvPr>
        </p:nvSpPr>
        <p:spPr/>
        <p:txBody>
          <a:bodyPr/>
          <a:lstStyle/>
          <a:p>
            <a:r>
              <a:rPr lang="en-US"/>
              <a:t>Footer</a:t>
            </a:r>
            <a:endParaRPr lang="en-US" dirty="0"/>
          </a:p>
        </p:txBody>
      </p:sp>
      <p:sp>
        <p:nvSpPr>
          <p:cNvPr id="6" name="Slide Number Placeholder 5"/>
          <p:cNvSpPr>
            <a:spLocks noGrp="1"/>
          </p:cNvSpPr>
          <p:nvPr>
            <p:ph type="sldNum" sz="quarter" idx="12"/>
          </p:nvPr>
        </p:nvSpPr>
        <p:spPr/>
        <p:txBody>
          <a:bodyPr/>
          <a:lstStyle/>
          <a:p>
            <a:r>
              <a:rPr lang="en-US"/>
              <a:t>&lt;#&gt;</a:t>
            </a:r>
            <a:endParaRPr lang="en-US" dirty="0"/>
          </a:p>
        </p:txBody>
      </p:sp>
      <p:cxnSp>
        <p:nvCxnSpPr>
          <p:cNvPr id="15" name="Straight Connector 14"/>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4457655"/>
      </p:ext>
    </p:extLst>
  </p:cSld>
  <p:clrMapOvr>
    <a:masterClrMapping/>
  </p:clrMapOvr>
  <p:hf sldNum="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r>
              <a:rPr lang="en-US"/>
              <a:t>Date</a:t>
            </a:r>
            <a:endParaRPr lang="en-US" dirty="0"/>
          </a:p>
        </p:txBody>
      </p:sp>
      <p:sp>
        <p:nvSpPr>
          <p:cNvPr id="5" name="Footer Placeholder 4"/>
          <p:cNvSpPr>
            <a:spLocks noGrp="1"/>
          </p:cNvSpPr>
          <p:nvPr>
            <p:ph type="ftr" sz="quarter" idx="11"/>
          </p:nvPr>
        </p:nvSpPr>
        <p:spPr/>
        <p:txBody>
          <a:bodyPr/>
          <a:lstStyle/>
          <a:p>
            <a:r>
              <a:rPr lang="en-US"/>
              <a:t>Footer</a:t>
            </a:r>
            <a:endParaRPr lang="en-US" dirty="0"/>
          </a:p>
        </p:txBody>
      </p:sp>
      <p:sp>
        <p:nvSpPr>
          <p:cNvPr id="6" name="Slide Number Placeholder 5"/>
          <p:cNvSpPr>
            <a:spLocks noGrp="1"/>
          </p:cNvSpPr>
          <p:nvPr>
            <p:ph type="sldNum" sz="quarter" idx="12"/>
          </p:nvPr>
        </p:nvSpPr>
        <p:spPr/>
        <p:txBody>
          <a:bodyPr/>
          <a:lstStyle/>
          <a:p>
            <a:r>
              <a:rPr lang="en-US"/>
              <a:t>&lt;#&gt;</a:t>
            </a:r>
            <a:endParaRPr lang="en-US" dirty="0"/>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29300920"/>
      </p:ext>
    </p:extLst>
  </p:cSld>
  <p:clrMapOvr>
    <a:masterClrMapping/>
  </p:clrMapOvr>
  <p:hf sldNum="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9518" y="736599"/>
            <a:ext cx="1418171" cy="3670301"/>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971549" y="736599"/>
            <a:ext cx="5574769" cy="3670301"/>
          </a:xfrm>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r>
              <a:rPr lang="en-US"/>
              <a:t>Date</a:t>
            </a:r>
            <a:endParaRPr lang="en-US" dirty="0"/>
          </a:p>
        </p:txBody>
      </p:sp>
      <p:sp>
        <p:nvSpPr>
          <p:cNvPr id="5" name="Footer Placeholder 4"/>
          <p:cNvSpPr>
            <a:spLocks noGrp="1"/>
          </p:cNvSpPr>
          <p:nvPr>
            <p:ph type="ftr" sz="quarter" idx="11"/>
          </p:nvPr>
        </p:nvSpPr>
        <p:spPr/>
        <p:txBody>
          <a:bodyPr/>
          <a:lstStyle/>
          <a:p>
            <a:r>
              <a:rPr lang="en-US"/>
              <a:t>Footer</a:t>
            </a:r>
            <a:endParaRPr lang="en-US" dirty="0"/>
          </a:p>
        </p:txBody>
      </p:sp>
      <p:sp>
        <p:nvSpPr>
          <p:cNvPr id="6" name="Slide Number Placeholder 5"/>
          <p:cNvSpPr>
            <a:spLocks noGrp="1"/>
          </p:cNvSpPr>
          <p:nvPr>
            <p:ph type="sldNum" sz="quarter" idx="12"/>
          </p:nvPr>
        </p:nvSpPr>
        <p:spPr/>
        <p:txBody>
          <a:bodyPr/>
          <a:lstStyle/>
          <a:p>
            <a:r>
              <a:rPr lang="en-US"/>
              <a:t>&lt;#&gt;</a:t>
            </a:r>
            <a:endParaRPr lang="en-US" dirty="0"/>
          </a:p>
        </p:txBody>
      </p:sp>
      <p:cxnSp>
        <p:nvCxnSpPr>
          <p:cNvPr id="14" name="Straight Connector 13"/>
          <p:cNvCxnSpPr/>
          <p:nvPr/>
        </p:nvCxnSpPr>
        <p:spPr>
          <a:xfrm>
            <a:off x="6647918" y="742950"/>
            <a:ext cx="0" cy="36576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0891794"/>
      </p:ext>
    </p:extLst>
  </p:cSld>
  <p:clrMapOvr>
    <a:masterClrMapping/>
  </p:clrMapOvr>
  <p:hf sldNum="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Text, and Images">
    <p:spTree>
      <p:nvGrpSpPr>
        <p:cNvPr id="1" name=""/>
        <p:cNvGrpSpPr/>
        <p:nvPr/>
      </p:nvGrpSpPr>
      <p:grpSpPr>
        <a:xfrm>
          <a:off x="0" y="0"/>
          <a:ext cx="0" cy="0"/>
          <a:chOff x="0" y="0"/>
          <a:chExt cx="0" cy="0"/>
        </a:xfrm>
      </p:grpSpPr>
      <p:sp>
        <p:nvSpPr>
          <p:cNvPr id="2" name="Rectangle 19">
            <a:extLst>
              <a:ext uri="{60A62DBE-E1D8-4E23-9182-CD85826D38E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9A0DDF4-4F14-4A7D-982D-4C24167D5611}"/>
              </a:ext>
            </a:extLst>
          </p:cNvPr>
          <p:cNvSpPr/>
          <p:nvPr/>
        </p:nvSpPr>
        <p:spPr>
          <a:xfrm>
            <a:off x="774703" y="1417637"/>
            <a:ext cx="1850529" cy="2192337"/>
          </a:xfrm>
          <a:prstGeom prst="rect">
            <a:avLst/>
          </a:prstGeom>
          <a:noFill/>
          <a:ln w="6350" cap="flat">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pPr algn="ctr"/>
            <a:endParaRPr lang="en-US" dirty="0">
              <a:latin typeface="+mn-lt"/>
            </a:endParaRPr>
          </a:p>
        </p:txBody>
      </p:sp>
      <p:sp>
        <p:nvSpPr>
          <p:cNvPr id="3" name="Rectangle 20">
            <a:extLst>
              <a:ext uri="{456069B8-4A12-4F6E-833D-ECB38B0B09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BCD41CC-A5F0-465D-A0D0-9690406F615F}"/>
              </a:ext>
            </a:extLst>
          </p:cNvPr>
          <p:cNvSpPr/>
          <p:nvPr/>
        </p:nvSpPr>
        <p:spPr>
          <a:xfrm>
            <a:off x="2774950" y="1417637"/>
            <a:ext cx="3580319" cy="2192337"/>
          </a:xfrm>
          <a:prstGeom prst="rect">
            <a:avLst/>
          </a:prstGeom>
          <a:noFill/>
          <a:ln w="6350" cap="flat">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pPr algn="ctr"/>
            <a:endParaRPr lang="en-US" dirty="0">
              <a:latin typeface="+mn-lt"/>
            </a:endParaRPr>
          </a:p>
        </p:txBody>
      </p:sp>
      <p:sp>
        <p:nvSpPr>
          <p:cNvPr id="4" name="Rectangle 22">
            <a:extLst>
              <a:ext uri="{0E03C2B1-ACDA-46D0-8EB4-E62584BD86B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2601A90-8A84-479B-B2D8-90E7B444655F}"/>
              </a:ext>
            </a:extLst>
          </p:cNvPr>
          <p:cNvSpPr/>
          <p:nvPr/>
        </p:nvSpPr>
        <p:spPr>
          <a:xfrm>
            <a:off x="6496050" y="1417637"/>
            <a:ext cx="1882776" cy="2192337"/>
          </a:xfrm>
          <a:custGeom>
            <a:avLst/>
            <a:gdLst/>
            <a:ahLst/>
            <a:cxnLst/>
            <a:rect l="0" t="0" r="r" b="b"/>
            <a:pathLst>
              <a:path w="1882776" h="2192337">
                <a:moveTo>
                  <a:pt x="9525" y="0"/>
                </a:moveTo>
                <a:lnTo>
                  <a:pt x="1882777" y="0"/>
                </a:lnTo>
                <a:lnTo>
                  <a:pt x="1882777" y="2192337"/>
                </a:lnTo>
                <a:lnTo>
                  <a:pt x="9525" y="2192337"/>
                </a:lnTo>
                <a:close/>
              </a:path>
            </a:pathLst>
          </a:custGeom>
          <a:noFill/>
          <a:ln w="6350" cap="flat">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pPr algn="ctr"/>
            <a:endParaRPr lang="en-US" dirty="0">
              <a:latin typeface="+mn-lt"/>
            </a:endParaRPr>
          </a:p>
        </p:txBody>
      </p:sp>
      <p:sp>
        <p:nvSpPr>
          <p:cNvPr id="5" name="Title 1">
            <a:extLst>
              <a:ext uri="{056B8550-5971-4971-AA1B-EA22062E61A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F09A7C0-9DEC-4064-9CD3-CD1AB6FF9C77}"/>
              </a:ext>
            </a:extLst>
          </p:cNvPr>
          <p:cNvSpPr>
            <a:spLocks noGrp="1"/>
          </p:cNvSpPr>
          <p:nvPr>
            <p:ph type="title"/>
          </p:nvPr>
        </p:nvSpPr>
        <p:spPr/>
        <p:txBody>
          <a:bodyPr rtlCol="0"/>
          <a:lstStyle>
            <a:lvl1pPr lvl="0"/>
          </a:lstStyle>
          <a:p>
            <a:r>
              <a:rPr lang="en-US" dirty="0"/>
              <a:t>Click to edit Master title style</a:t>
            </a:r>
          </a:p>
        </p:txBody>
      </p:sp>
      <p:sp>
        <p:nvSpPr>
          <p:cNvPr id="6" name="Picture Placeholder 2">
            <a:extLst>
              <a:ext uri="{CD81D2C6-F93D-499C-95B6-0746F55D1F2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0429539-21F2-47B9-9E5B-B16B1B7BE169}"/>
              </a:ext>
            </a:extLst>
          </p:cNvPr>
          <p:cNvSpPr>
            <a:spLocks noGrp="1"/>
          </p:cNvSpPr>
          <p:nvPr>
            <p:ph type="pic" idx="1"/>
          </p:nvPr>
        </p:nvSpPr>
        <p:spPr>
          <a:xfrm>
            <a:off x="835027" y="1474787"/>
            <a:ext cx="1723499" cy="2074863"/>
          </a:xfrm>
          <a:solidFill>
            <a:schemeClr val="bg1">
              <a:lumMod val="95000"/>
            </a:schemeClr>
          </a:solidFill>
          <a:ln w="38100">
            <a:noFill/>
            <a:miter lim="800000"/>
          </a:ln>
        </p:spPr>
        <p:txBody>
          <a:bodyPr rtlCol="0"/>
          <a:lstStyle/>
          <a:p>
            <a:r>
              <a:rPr lang="en-US" dirty="0"/>
              <a:t>Click icon to add picture</a:t>
            </a:r>
          </a:p>
        </p:txBody>
      </p:sp>
      <p:sp>
        <p:nvSpPr>
          <p:cNvPr id="7" name="Content Placeholder 2">
            <a:extLst>
              <a:ext uri="{7193702C-E718-4E39-B4EB-97CF9AA0434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9204DBC-6E3B-4D0F-90E2-DB7709112AE7}"/>
              </a:ext>
            </a:extLst>
          </p:cNvPr>
          <p:cNvSpPr>
            <a:spLocks noGrp="1"/>
          </p:cNvSpPr>
          <p:nvPr>
            <p:ph type="body" idx="2"/>
          </p:nvPr>
        </p:nvSpPr>
        <p:spPr>
          <a:xfrm>
            <a:off x="762000" y="3810000"/>
            <a:ext cx="1847850" cy="523875"/>
          </a:xfrm>
          <a:prstGeom prst="rect">
            <a:avLst/>
          </a:prstGeom>
        </p:spPr>
        <p:txBody>
          <a:bodyPr rtlCol="0" anchor="t">
            <a:normAutofit/>
          </a:bodyPr>
          <a:lstStyle>
            <a:lvl1pPr marL="0" lvl="0" indent="0" algn="ctr">
              <a:lnSpc>
                <a:spcPct val="100000"/>
              </a:lnSpc>
              <a:buFont typeface="Arial"/>
              <a:buNone/>
              <a:defRPr lang="en-US" sz="1200" b="0" dirty="0">
                <a:solidFill>
                  <a:schemeClr val="tx1">
                    <a:lumMod val="85000"/>
                    <a:lumOff val="15000"/>
                  </a:schemeClr>
                </a:solidFill>
                <a:latin typeface="+mn-lt"/>
              </a:defRPr>
            </a:lvl1pPr>
            <a:lvl2pPr lvl="1">
              <a:lnSpc>
                <a:spcPct val="129999"/>
              </a:lnSpc>
              <a:defRPr lang="en-US" sz="1000" dirty="0">
                <a:solidFill>
                  <a:schemeClr val="bg1">
                    <a:lumMod val="65000"/>
                  </a:schemeClr>
                </a:solidFill>
              </a:defRPr>
            </a:lvl2pPr>
            <a:lvl3pPr lvl="2">
              <a:lnSpc>
                <a:spcPts val="1200"/>
              </a:lnSpc>
              <a:defRPr lang="en-US" sz="1050" i="1" dirty="0">
                <a:solidFill>
                  <a:schemeClr val="tx2">
                    <a:lumMod val="50000"/>
                    <a:lumOff val="50000"/>
                  </a:schemeClr>
                </a:solidFill>
              </a:defRPr>
            </a:lvl3pPr>
            <a:lvl4pPr lvl="3">
              <a:lnSpc>
                <a:spcPts val="1200"/>
              </a:lnSpc>
              <a:defRPr lang="en-US" sz="1050" i="0" dirty="0">
                <a:solidFill>
                  <a:schemeClr val="tx2">
                    <a:lumMod val="50000"/>
                    <a:lumOff val="50000"/>
                  </a:schemeClr>
                </a:solidFill>
              </a:defRPr>
            </a:lvl4pPr>
            <a:lvl5pPr lvl="4">
              <a:lnSpc>
                <a:spcPts val="1200"/>
              </a:lnSpc>
              <a:buFont typeface="Arial"/>
              <a:buChar char="»"/>
              <a:defRPr lang="en-US" sz="1050" i="1" dirty="0">
                <a:solidFill>
                  <a:schemeClr val="tx2">
                    <a:lumMod val="50000"/>
                    <a:lumOff val="50000"/>
                  </a:schemeClr>
                </a:solidFill>
              </a:defRPr>
            </a:lvl5pPr>
          </a:lstStyle>
          <a:p>
            <a:pPr lvl="0"/>
            <a:r>
              <a:rPr lang="en-US" dirty="0"/>
              <a:t>Click to edit Master text styles</a:t>
            </a:r>
          </a:p>
        </p:txBody>
      </p:sp>
      <p:sp>
        <p:nvSpPr>
          <p:cNvPr id="8" name="Picture Placeholder 2">
            <a:extLst>
              <a:ext uri="{62BF0022-F0C6-44F0-9D49-D9F8385A9EB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DBAD6DE-E177-4481-943E-80279308AC7F}"/>
              </a:ext>
            </a:extLst>
          </p:cNvPr>
          <p:cNvSpPr>
            <a:spLocks noGrp="1"/>
          </p:cNvSpPr>
          <p:nvPr>
            <p:ph type="pic" idx="3"/>
          </p:nvPr>
        </p:nvSpPr>
        <p:spPr>
          <a:xfrm>
            <a:off x="2835275" y="1474787"/>
            <a:ext cx="3459670" cy="2074863"/>
          </a:xfrm>
          <a:solidFill>
            <a:schemeClr val="bg1">
              <a:lumMod val="95000"/>
            </a:schemeClr>
          </a:solidFill>
          <a:ln w="38100">
            <a:noFill/>
            <a:miter lim="800000"/>
          </a:ln>
        </p:spPr>
        <p:txBody>
          <a:bodyPr rtlCol="0"/>
          <a:lstStyle/>
          <a:p>
            <a:r>
              <a:rPr lang="en-US" dirty="0"/>
              <a:t>Click icon to add picture</a:t>
            </a:r>
          </a:p>
        </p:txBody>
      </p:sp>
      <p:sp>
        <p:nvSpPr>
          <p:cNvPr id="9" name="Content Placeholder 2">
            <a:extLst>
              <a:ext uri="{09D53406-91F9-4DCD-8715-01556EDF635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18B37C0-E5A4-4C89-8379-13D024BACE8E}"/>
              </a:ext>
            </a:extLst>
          </p:cNvPr>
          <p:cNvSpPr>
            <a:spLocks noGrp="1"/>
          </p:cNvSpPr>
          <p:nvPr>
            <p:ph type="body" idx="4"/>
          </p:nvPr>
        </p:nvSpPr>
        <p:spPr>
          <a:xfrm>
            <a:off x="2777561" y="3810000"/>
            <a:ext cx="3577708" cy="523875"/>
          </a:xfrm>
          <a:prstGeom prst="rect">
            <a:avLst/>
          </a:prstGeom>
        </p:spPr>
        <p:txBody>
          <a:bodyPr rtlCol="0" anchor="t">
            <a:normAutofit/>
          </a:bodyPr>
          <a:lstStyle>
            <a:lvl1pPr marL="0" lvl="0" indent="0" algn="ctr">
              <a:lnSpc>
                <a:spcPct val="100000"/>
              </a:lnSpc>
              <a:buFont typeface="Arial"/>
              <a:buNone/>
              <a:defRPr lang="en-US" sz="1200" b="0" dirty="0">
                <a:solidFill>
                  <a:schemeClr val="tx1">
                    <a:lumMod val="85000"/>
                    <a:lumOff val="15000"/>
                  </a:schemeClr>
                </a:solidFill>
                <a:latin typeface="+mn-lt"/>
              </a:defRPr>
            </a:lvl1pPr>
            <a:lvl2pPr lvl="1">
              <a:lnSpc>
                <a:spcPct val="129999"/>
              </a:lnSpc>
              <a:defRPr lang="en-US" sz="1000" dirty="0">
                <a:solidFill>
                  <a:schemeClr val="bg1">
                    <a:lumMod val="65000"/>
                  </a:schemeClr>
                </a:solidFill>
              </a:defRPr>
            </a:lvl2pPr>
            <a:lvl3pPr lvl="2">
              <a:lnSpc>
                <a:spcPts val="1200"/>
              </a:lnSpc>
              <a:defRPr lang="en-US" sz="1050" i="1" dirty="0">
                <a:solidFill>
                  <a:schemeClr val="tx2">
                    <a:lumMod val="50000"/>
                    <a:lumOff val="50000"/>
                  </a:schemeClr>
                </a:solidFill>
              </a:defRPr>
            </a:lvl3pPr>
            <a:lvl4pPr lvl="3">
              <a:lnSpc>
                <a:spcPts val="1200"/>
              </a:lnSpc>
              <a:defRPr lang="en-US" sz="1050" i="0" dirty="0">
                <a:solidFill>
                  <a:schemeClr val="tx2">
                    <a:lumMod val="50000"/>
                    <a:lumOff val="50000"/>
                  </a:schemeClr>
                </a:solidFill>
              </a:defRPr>
            </a:lvl4pPr>
            <a:lvl5pPr lvl="4">
              <a:lnSpc>
                <a:spcPts val="1200"/>
              </a:lnSpc>
              <a:buFont typeface="Arial"/>
              <a:buChar char="»"/>
              <a:defRPr lang="en-US" sz="1050" i="1" dirty="0">
                <a:solidFill>
                  <a:schemeClr val="tx2">
                    <a:lumMod val="50000"/>
                    <a:lumOff val="50000"/>
                  </a:schemeClr>
                </a:solidFill>
              </a:defRPr>
            </a:lvl5pPr>
          </a:lstStyle>
          <a:p>
            <a:pPr lvl="0"/>
            <a:r>
              <a:rPr lang="en-US" dirty="0"/>
              <a:t>Click to edit Master text styles</a:t>
            </a:r>
          </a:p>
        </p:txBody>
      </p:sp>
      <p:sp>
        <p:nvSpPr>
          <p:cNvPr id="10" name="Picture Placeholder 2">
            <a:extLst>
              <a:ext uri="{BD42BF79-DE55-456E-9DD0-45ED3A31344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AF23A19-3723-4C18-BE6C-A4C305ADBDD6}"/>
              </a:ext>
            </a:extLst>
          </p:cNvPr>
          <p:cNvSpPr>
            <a:spLocks noGrp="1"/>
          </p:cNvSpPr>
          <p:nvPr>
            <p:ph type="pic" idx="5"/>
          </p:nvPr>
        </p:nvSpPr>
        <p:spPr>
          <a:xfrm>
            <a:off x="6581774" y="1474787"/>
            <a:ext cx="1724025" cy="2074863"/>
          </a:xfrm>
          <a:solidFill>
            <a:schemeClr val="bg1">
              <a:lumMod val="95000"/>
            </a:schemeClr>
          </a:solidFill>
          <a:ln w="38100">
            <a:noFill/>
            <a:miter lim="800000"/>
          </a:ln>
        </p:spPr>
        <p:txBody>
          <a:bodyPr rtlCol="0"/>
          <a:lstStyle/>
          <a:p>
            <a:r>
              <a:rPr lang="en-US" dirty="0"/>
              <a:t>Click icon to add picture</a:t>
            </a:r>
          </a:p>
        </p:txBody>
      </p:sp>
      <p:sp>
        <p:nvSpPr>
          <p:cNvPr id="11" name="Content Placeholder 2">
            <a:extLst>
              <a:ext uri="{0A962D3B-3ADC-4A91-8AA1-834671DDECE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B7E6241-675E-4C03-B747-D979EE7A56C1}"/>
              </a:ext>
            </a:extLst>
          </p:cNvPr>
          <p:cNvSpPr>
            <a:spLocks noGrp="1"/>
          </p:cNvSpPr>
          <p:nvPr>
            <p:ph type="body" idx="6"/>
          </p:nvPr>
        </p:nvSpPr>
        <p:spPr>
          <a:xfrm>
            <a:off x="6496050" y="3810000"/>
            <a:ext cx="1882775" cy="523875"/>
          </a:xfrm>
          <a:prstGeom prst="rect">
            <a:avLst/>
          </a:prstGeom>
        </p:spPr>
        <p:txBody>
          <a:bodyPr rtlCol="0" anchor="t">
            <a:normAutofit/>
          </a:bodyPr>
          <a:lstStyle>
            <a:lvl1pPr marL="0" lvl="0" indent="0" algn="ctr">
              <a:lnSpc>
                <a:spcPct val="100000"/>
              </a:lnSpc>
              <a:buFont typeface="Arial"/>
              <a:buNone/>
              <a:defRPr lang="en-US" sz="1200" b="0" dirty="0">
                <a:solidFill>
                  <a:schemeClr val="tx1">
                    <a:lumMod val="85000"/>
                    <a:lumOff val="15000"/>
                  </a:schemeClr>
                </a:solidFill>
                <a:latin typeface="+mn-lt"/>
              </a:defRPr>
            </a:lvl1pPr>
            <a:lvl2pPr lvl="1">
              <a:lnSpc>
                <a:spcPct val="129999"/>
              </a:lnSpc>
              <a:defRPr lang="en-US" sz="1000" dirty="0">
                <a:solidFill>
                  <a:schemeClr val="bg1">
                    <a:lumMod val="65000"/>
                  </a:schemeClr>
                </a:solidFill>
              </a:defRPr>
            </a:lvl2pPr>
            <a:lvl3pPr lvl="2">
              <a:lnSpc>
                <a:spcPts val="1200"/>
              </a:lnSpc>
              <a:defRPr lang="en-US" sz="1050" i="1" dirty="0">
                <a:solidFill>
                  <a:schemeClr val="tx2">
                    <a:lumMod val="50000"/>
                    <a:lumOff val="50000"/>
                  </a:schemeClr>
                </a:solidFill>
              </a:defRPr>
            </a:lvl3pPr>
            <a:lvl4pPr lvl="3">
              <a:lnSpc>
                <a:spcPts val="1200"/>
              </a:lnSpc>
              <a:defRPr lang="en-US" sz="1050" i="0" dirty="0">
                <a:solidFill>
                  <a:schemeClr val="tx2">
                    <a:lumMod val="50000"/>
                    <a:lumOff val="50000"/>
                  </a:schemeClr>
                </a:solidFill>
              </a:defRPr>
            </a:lvl4pPr>
            <a:lvl5pPr lvl="4">
              <a:lnSpc>
                <a:spcPts val="1200"/>
              </a:lnSpc>
              <a:buFont typeface="Arial"/>
              <a:buChar char="»"/>
              <a:defRPr lang="en-US" sz="1050" i="1" dirty="0">
                <a:solidFill>
                  <a:schemeClr val="tx2">
                    <a:lumMod val="50000"/>
                    <a:lumOff val="50000"/>
                  </a:schemeClr>
                </a:solidFill>
              </a:defRPr>
            </a:lvl5pPr>
          </a:lstStyle>
          <a:p>
            <a:pPr lvl="0"/>
            <a:r>
              <a:rPr lang="en-US" dirty="0"/>
              <a:t>Click to edit Master text styles</a:t>
            </a:r>
          </a:p>
        </p:txBody>
      </p:sp>
      <p:sp>
        <p:nvSpPr>
          <p:cNvPr id="12" name="Slide Number Placeholder 4">
            <a:extLst>
              <a:ext uri="{77983A74-B2D0-4347-95FC-917F440FB29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494E94D-15B0-4A3F-8E55-17D9B9050A8E}"/>
              </a:ext>
            </a:extLst>
          </p:cNvPr>
          <p:cNvSpPr>
            <a:spLocks noGrp="1"/>
          </p:cNvSpPr>
          <p:nvPr>
            <p:ph type="sldNum" sz="quarter" idx="12"/>
          </p:nvPr>
        </p:nvSpPr>
        <p:spPr/>
        <p:txBody>
          <a:bodyPr rtlCol="0"/>
          <a:lstStyle/>
          <a:p>
            <a:r>
              <a:rPr lang="en-US" dirty="0"/>
              <a:t>&lt;#&gt;</a:t>
            </a:r>
          </a:p>
        </p:txBody>
      </p:sp>
      <p:sp>
        <p:nvSpPr>
          <p:cNvPr id="13" name="Footer Placeholder 3">
            <a:extLst>
              <a:ext uri="{0BF09E00-0F09-4E3B-AB0F-D553D413C35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954E9BD-7334-4E92-879D-458FDDEAF3DF}"/>
              </a:ext>
            </a:extLst>
          </p:cNvPr>
          <p:cNvSpPr>
            <a:spLocks noGrp="1"/>
          </p:cNvSpPr>
          <p:nvPr>
            <p:ph type="ftr" sz="quarter" idx="11"/>
          </p:nvPr>
        </p:nvSpPr>
        <p:spPr/>
        <p:txBody>
          <a:bodyPr rtlCol="0"/>
          <a:lstStyle/>
          <a:p>
            <a:r>
              <a:rPr lang="en-US" dirty="0"/>
              <a:t>Footer</a:t>
            </a:r>
          </a:p>
        </p:txBody>
      </p:sp>
      <p:sp>
        <p:nvSpPr>
          <p:cNvPr id="14" name="Date Placeholder 1">
            <a:extLst>
              <a:ext uri="{80DEE800-0B17-435D-BEA7-28620D41CD3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9328561-A48B-440B-AEAC-C56E9CC65744}"/>
              </a:ext>
            </a:extLst>
          </p:cNvPr>
          <p:cNvSpPr>
            <a:spLocks noGrp="1"/>
          </p:cNvSpPr>
          <p:nvPr>
            <p:ph type="dt" sz="half" idx="10"/>
          </p:nvPr>
        </p:nvSpPr>
        <p:spPr/>
        <p:txBody>
          <a:bodyPr rtlCol="0"/>
          <a:lstStyle/>
          <a:p>
            <a:r>
              <a:rPr lang="en-US" dirty="0"/>
              <a:t>Date</a:t>
            </a:r>
          </a:p>
        </p:txBody>
      </p:sp>
    </p:spTree>
    <p:custDataLst>
      <p:tags r:id="rId1"/>
    </p:custDataLst>
    <p:extLst>
      <p:ext uri="{6CB9AEDE-3580-44EC-9846-8FEA2354D0BB}">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189667744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Images">
    <p:spTree>
      <p:nvGrpSpPr>
        <p:cNvPr id="1" name=""/>
        <p:cNvGrpSpPr/>
        <p:nvPr/>
      </p:nvGrpSpPr>
      <p:grpSpPr>
        <a:xfrm>
          <a:off x="0" y="0"/>
          <a:ext cx="0" cy="0"/>
          <a:chOff x="0" y="0"/>
          <a:chExt cx="0" cy="0"/>
        </a:xfrm>
      </p:grpSpPr>
      <p:sp>
        <p:nvSpPr>
          <p:cNvPr id="2" name="Title 1">
            <a:extLst>
              <a:ext uri="{6A47D050-321A-423B-AD79-899E87CAB00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4FC5CFE-0BDB-412C-8FE1-ECA6E2F32624}"/>
              </a:ext>
            </a:extLst>
          </p:cNvPr>
          <p:cNvSpPr>
            <a:spLocks noGrp="1"/>
          </p:cNvSpPr>
          <p:nvPr>
            <p:ph type="title"/>
          </p:nvPr>
        </p:nvSpPr>
        <p:spPr/>
        <p:txBody>
          <a:bodyPr rtlCol="0"/>
          <a:lstStyle>
            <a:lvl1pPr lvl="0"/>
          </a:lstStyle>
          <a:p>
            <a:r>
              <a:rPr lang="en-US" dirty="0"/>
              <a:t>Click to edit Master title style</a:t>
            </a:r>
          </a:p>
        </p:txBody>
      </p:sp>
      <p:sp>
        <p:nvSpPr>
          <p:cNvPr id="3" name="Picture Placeholder 2">
            <a:extLst>
              <a:ext uri="{99BFE6A2-ABB3-469C-9DE8-8010E563508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B27C1C7-7614-485E-B75C-0078670D83D1}"/>
              </a:ext>
            </a:extLst>
          </p:cNvPr>
          <p:cNvSpPr>
            <a:spLocks noGrp="1"/>
          </p:cNvSpPr>
          <p:nvPr>
            <p:ph type="pic" idx="1"/>
          </p:nvPr>
        </p:nvSpPr>
        <p:spPr>
          <a:xfrm>
            <a:off x="304800" y="1733550"/>
            <a:ext cx="2095500" cy="2190750"/>
          </a:xfrm>
          <a:solidFill>
            <a:schemeClr val="bg1">
              <a:lumMod val="95000"/>
            </a:schemeClr>
          </a:solidFill>
          <a:ln w="38100">
            <a:noFill/>
            <a:miter lim="800000"/>
          </a:ln>
        </p:spPr>
        <p:txBody>
          <a:bodyPr rtlCol="0"/>
          <a:lstStyle/>
          <a:p>
            <a:r>
              <a:rPr lang="en-US" dirty="0"/>
              <a:t>Click icon to add picture</a:t>
            </a:r>
          </a:p>
        </p:txBody>
      </p:sp>
      <p:sp>
        <p:nvSpPr>
          <p:cNvPr id="4" name="Picture Placeholder 2">
            <a:extLst>
              <a:ext uri="{EC253BD8-2A92-4F2D-A8EA-DCA0402D9A1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A86224C-85C1-481E-9257-F6C1104A1E35}"/>
              </a:ext>
            </a:extLst>
          </p:cNvPr>
          <p:cNvSpPr>
            <a:spLocks noGrp="1"/>
          </p:cNvSpPr>
          <p:nvPr>
            <p:ph type="pic" idx="2"/>
          </p:nvPr>
        </p:nvSpPr>
        <p:spPr>
          <a:xfrm>
            <a:off x="2470150" y="1733550"/>
            <a:ext cx="2095500" cy="2190750"/>
          </a:xfrm>
          <a:solidFill>
            <a:schemeClr val="bg1">
              <a:lumMod val="95000"/>
            </a:schemeClr>
          </a:solidFill>
          <a:ln w="38100">
            <a:noFill/>
            <a:miter lim="800000"/>
          </a:ln>
        </p:spPr>
        <p:txBody>
          <a:bodyPr rtlCol="0"/>
          <a:lstStyle/>
          <a:p>
            <a:r>
              <a:rPr lang="en-US" dirty="0"/>
              <a:t>Click icon to add picture</a:t>
            </a:r>
          </a:p>
        </p:txBody>
      </p:sp>
      <p:sp>
        <p:nvSpPr>
          <p:cNvPr id="5" name="Picture Placeholder 2">
            <a:extLst>
              <a:ext uri="{DFAB9371-2891-4ABC-A981-EB0FE9F1910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548AE58-5B21-4509-832F-F76FC7C91DA5}"/>
              </a:ext>
            </a:extLst>
          </p:cNvPr>
          <p:cNvSpPr>
            <a:spLocks noGrp="1"/>
          </p:cNvSpPr>
          <p:nvPr>
            <p:ph type="pic" idx="3"/>
          </p:nvPr>
        </p:nvSpPr>
        <p:spPr>
          <a:xfrm>
            <a:off x="4635500" y="1733550"/>
            <a:ext cx="2095500" cy="2190750"/>
          </a:xfrm>
          <a:solidFill>
            <a:schemeClr val="bg1">
              <a:lumMod val="95000"/>
            </a:schemeClr>
          </a:solidFill>
          <a:ln w="38100">
            <a:noFill/>
            <a:miter lim="800000"/>
          </a:ln>
        </p:spPr>
        <p:txBody>
          <a:bodyPr rtlCol="0"/>
          <a:lstStyle/>
          <a:p>
            <a:r>
              <a:rPr lang="en-US" dirty="0"/>
              <a:t>Click icon to add picture</a:t>
            </a:r>
          </a:p>
        </p:txBody>
      </p:sp>
      <p:sp>
        <p:nvSpPr>
          <p:cNvPr id="6" name="Picture Placeholder 2">
            <a:extLst>
              <a:ext uri="{8C566C42-B3C9-47AF-BAC0-F52FB1DC73F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47F5E97-B489-4811-9E1E-A8970279DEAD}"/>
              </a:ext>
            </a:extLst>
          </p:cNvPr>
          <p:cNvSpPr>
            <a:spLocks noGrp="1"/>
          </p:cNvSpPr>
          <p:nvPr>
            <p:ph type="pic" idx="4"/>
          </p:nvPr>
        </p:nvSpPr>
        <p:spPr>
          <a:xfrm>
            <a:off x="6800850" y="1733550"/>
            <a:ext cx="2095500" cy="2190750"/>
          </a:xfrm>
          <a:solidFill>
            <a:schemeClr val="bg1">
              <a:lumMod val="95000"/>
            </a:schemeClr>
          </a:solidFill>
          <a:ln w="38100">
            <a:noFill/>
            <a:miter lim="800000"/>
          </a:ln>
        </p:spPr>
        <p:txBody>
          <a:bodyPr rtlCol="0"/>
          <a:lstStyle/>
          <a:p>
            <a:r>
              <a:rPr lang="en-US" dirty="0"/>
              <a:t>Click icon to add picture</a:t>
            </a:r>
          </a:p>
        </p:txBody>
      </p:sp>
      <p:sp>
        <p:nvSpPr>
          <p:cNvPr id="7" name="Slide Number Placeholder 4">
            <a:extLst>
              <a:ext uri="{93B48AAA-C746-486A-8E37-1073DFA1313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AF8F659-1FE6-481F-AB75-253741FF9EDF}"/>
              </a:ext>
            </a:extLst>
          </p:cNvPr>
          <p:cNvSpPr>
            <a:spLocks noGrp="1"/>
          </p:cNvSpPr>
          <p:nvPr>
            <p:ph type="sldNum" sz="quarter" idx="12"/>
          </p:nvPr>
        </p:nvSpPr>
        <p:spPr/>
        <p:txBody>
          <a:bodyPr rtlCol="0"/>
          <a:lstStyle/>
          <a:p>
            <a:r>
              <a:rPr lang="en-US" dirty="0"/>
              <a:t>&lt;#&gt;</a:t>
            </a:r>
          </a:p>
        </p:txBody>
      </p:sp>
      <p:sp>
        <p:nvSpPr>
          <p:cNvPr id="8" name="Footer Placeholder 3">
            <a:extLst>
              <a:ext uri="{D663DA2D-AD65-4467-8251-C7D41971120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C8BB92A-CD5A-48E6-A05A-544C3B053B3E}"/>
              </a:ext>
            </a:extLst>
          </p:cNvPr>
          <p:cNvSpPr>
            <a:spLocks noGrp="1"/>
          </p:cNvSpPr>
          <p:nvPr>
            <p:ph type="ftr" sz="quarter" idx="11"/>
          </p:nvPr>
        </p:nvSpPr>
        <p:spPr/>
        <p:txBody>
          <a:bodyPr rtlCol="0"/>
          <a:lstStyle/>
          <a:p>
            <a:r>
              <a:rPr lang="en-US" dirty="0"/>
              <a:t>Footer</a:t>
            </a:r>
          </a:p>
        </p:txBody>
      </p:sp>
      <p:sp>
        <p:nvSpPr>
          <p:cNvPr id="9" name="Date Placeholder 1">
            <a:extLst>
              <a:ext uri="{48D9CE8A-C8E7-430C-A879-235B9E66816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C91DEBD-6946-4E41-A6C6-3FE91C6E5CA3}"/>
              </a:ext>
            </a:extLst>
          </p:cNvPr>
          <p:cNvSpPr>
            <a:spLocks noGrp="1"/>
          </p:cNvSpPr>
          <p:nvPr>
            <p:ph type="dt" sz="half" idx="10"/>
          </p:nvPr>
        </p:nvSpPr>
        <p:spPr/>
        <p:txBody>
          <a:bodyPr rtlCol="0"/>
          <a:lstStyle/>
          <a:p>
            <a:r>
              <a:rPr lang="en-US" dirty="0"/>
              <a:t>Date</a:t>
            </a:r>
          </a:p>
        </p:txBody>
      </p:sp>
    </p:spTree>
    <p:custDataLst>
      <p:tags r:id="rId1"/>
    </p:custDataLst>
    <p:extLst>
      <p:ext uri="{AFAD6312-D040-41C8-A851-872B1AD9A15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18966774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1802" y="0"/>
            <a:ext cx="9172472" cy="5142161"/>
            <a:chOff x="-15736" y="0"/>
            <a:chExt cx="12229962" cy="6856214"/>
          </a:xfrm>
        </p:grpSpPr>
        <p:pic>
          <p:nvPicPr>
            <p:cNvPr id="8" name="Picture 7" descr="HD-PanelContent.png"/>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2">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2">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971552" y="736600"/>
            <a:ext cx="7200897" cy="977900"/>
          </a:xfrm>
          <a:prstGeom prst="rect">
            <a:avLst/>
          </a:prstGeom>
          <a:effectLst/>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971551" y="1917699"/>
            <a:ext cx="7200897" cy="2489202"/>
          </a:xfrm>
          <a:prstGeom prst="rect">
            <a:avLst/>
          </a:prstGeom>
        </p:spPr>
        <p:txBody>
          <a:bodyPr vert="horz" lIns="91440" tIns="45720" rIns="91440" bIns="45720" rtlCol="0" anchor="t">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6508126" y="4476750"/>
            <a:ext cx="1200150"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r>
              <a:rPr lang="en-US"/>
              <a:t>Date</a:t>
            </a:r>
            <a:endParaRPr lang="en-US" dirty="0"/>
          </a:p>
        </p:txBody>
      </p:sp>
      <p:sp>
        <p:nvSpPr>
          <p:cNvPr id="5" name="Footer Placeholder 4"/>
          <p:cNvSpPr>
            <a:spLocks noGrp="1"/>
          </p:cNvSpPr>
          <p:nvPr>
            <p:ph type="ftr" sz="quarter" idx="3"/>
          </p:nvPr>
        </p:nvSpPr>
        <p:spPr>
          <a:xfrm>
            <a:off x="971551" y="4476750"/>
            <a:ext cx="5479425" cy="209550"/>
          </a:xfrm>
          <a:prstGeom prst="rect">
            <a:avLst/>
          </a:prstGeom>
        </p:spPr>
        <p:txBody>
          <a:bodyPr vert="horz" lIns="91440" tIns="45720" rIns="91440" bIns="45720" rtlCol="0" anchor="ctr"/>
          <a:lstStyle>
            <a:lvl1pPr algn="l">
              <a:defRPr sz="750" b="0" i="0">
                <a:solidFill>
                  <a:schemeClr val="tx1"/>
                </a:solidFill>
                <a:effectLst/>
                <a:latin typeface="+mn-lt"/>
              </a:defRPr>
            </a:lvl1pPr>
          </a:lstStyle>
          <a:p>
            <a:r>
              <a:rPr lang="en-US"/>
              <a:t>Footer</a:t>
            </a:r>
            <a:endParaRPr lang="en-US" dirty="0"/>
          </a:p>
        </p:txBody>
      </p:sp>
      <p:sp>
        <p:nvSpPr>
          <p:cNvPr id="6" name="Slide Number Placeholder 5"/>
          <p:cNvSpPr>
            <a:spLocks noGrp="1"/>
          </p:cNvSpPr>
          <p:nvPr>
            <p:ph type="sldNum" sz="quarter" idx="4"/>
          </p:nvPr>
        </p:nvSpPr>
        <p:spPr>
          <a:xfrm>
            <a:off x="7765426" y="4476750"/>
            <a:ext cx="407023"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r>
              <a:rPr lang="en-US"/>
              <a:t>&lt;#&gt;</a:t>
            </a:r>
            <a:endParaRPr lang="en-US" dirty="0"/>
          </a:p>
        </p:txBody>
      </p:sp>
    </p:spTree>
    <p:extLst>
      <p:ext uri="{BB962C8B-B14F-4D97-AF65-F5344CB8AC3E}">
        <p14:creationId xmlns:p14="http://schemas.microsoft.com/office/powerpoint/2010/main" val="530795710"/>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 id="2147483658" r:id="rId18"/>
    <p:sldLayoutId id="2147483659" r:id="rId19"/>
  </p:sldLayoutIdLst>
  <p:hf sldNum="0" ftr="0" dt="0"/>
  <p:txStyles>
    <p:titleStyle>
      <a:lvl1pPr algn="ctr" defTabSz="342900" rtl="0" eaLnBrk="1" latinLnBrk="0" hangingPunct="1">
        <a:spcBef>
          <a:spcPct val="0"/>
        </a:spcBef>
        <a:buNone/>
        <a:defRPr sz="33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accent1"/>
        </a:buClr>
        <a:buSzPct val="115000"/>
        <a:buFont typeface="Arial"/>
        <a:buChar char="•"/>
        <a:defRPr sz="1500" kern="1200" cap="none">
          <a:solidFill>
            <a:schemeClr val="tx1">
              <a:lumMod val="85000"/>
              <a:lumOff val="1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accent1"/>
        </a:buClr>
        <a:buSzPct val="115000"/>
        <a:buFont typeface="Arial"/>
        <a:buChar char="•"/>
        <a:defRPr sz="1350" kern="1200" cap="none">
          <a:solidFill>
            <a:schemeClr val="tx1">
              <a:lumMod val="85000"/>
              <a:lumOff val="1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accent1"/>
        </a:buClr>
        <a:buSzPct val="115000"/>
        <a:buFont typeface="Arial"/>
        <a:buChar char="•"/>
        <a:defRPr sz="1200" kern="1200" cap="none">
          <a:solidFill>
            <a:schemeClr val="tx1">
              <a:lumMod val="85000"/>
              <a:lumOff val="1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s">
    <p:spTree>
      <p:nvGrpSpPr>
        <p:cNvPr id="1" name=""/>
        <p:cNvGrpSpPr/>
        <p:nvPr/>
      </p:nvGrpSpPr>
      <p:grpSpPr>
        <a:xfrm>
          <a:off x="0" y="0"/>
          <a:ext cx="0" cy="0"/>
          <a:chOff x="0" y="0"/>
          <a:chExt cx="0" cy="0"/>
        </a:xfrm>
      </p:grpSpPr>
      <p:sp>
        <p:nvSpPr>
          <p:cNvPr id="2" name="Title 1">
            <a:extLst>
              <a:ext uri="{42973C30-B0B2-4677-9501-A5124F77A573}">
                <a16:creationId xmlns="" xmlns:a16="http://schemas.microsoft.com/office/drawing/2010/main" xmlns:c="http://schemas.openxmlformats.org/drawingml/2006/chart" xmlns:cs="http://schemas.microsoft.com/office/drawing/2012/chartStyle" xmlns:ns1="http://schemas.openxmlformats.org/officeDocument/2006/extended-properties" xmlns:vt="http://schemas.openxmlformats.org/officeDocument/2006/docPropsVTypes" id="{0DA97AA9-F3A3-4780-8A14-17979D8162EC}"/>
              </a:ext>
            </a:extLst>
          </p:cNvPr>
          <p:cNvSpPr>
            <a:spLocks noGrp="1"/>
          </p:cNvSpPr>
          <p:nvPr>
            <p:ph type="ctrTitle"/>
          </p:nvPr>
        </p:nvSpPr>
        <p:spPr>
          <a:xfrm>
            <a:off x="1351643" y="1733550"/>
            <a:ext cx="6436178" cy="1524000"/>
          </a:xfrm>
          <a:prstGeom prst="rect">
            <a:avLst/>
          </a:prstGeom>
        </p:spPr>
        <p:txBody>
          <a:bodyPr rtlCol="0">
            <a:normAutofit/>
          </a:bodyPr>
          <a:lstStyle/>
          <a:p>
            <a:r>
              <a:rPr lang="en-US" dirty="0">
                <a:latin typeface="Arial Rounded MT Bold" panose="020F0704030504030204" pitchFamily="34" charset="0"/>
              </a:rPr>
              <a:t>Monthly Electronics Price Trends 2022-24</a:t>
            </a:r>
          </a:p>
        </p:txBody>
      </p:sp>
      <p:sp>
        <p:nvSpPr>
          <p:cNvPr id="3" name="Subtitle 2">
            <a:extLst>
              <a:ext uri="{A975BD97-5BD0-407E-8D4B-7F7F528A48E6}">
                <a16:creationId xmlns="" xmlns:a16="http://schemas.microsoft.com/office/drawing/2010/main" xmlns:c="http://schemas.openxmlformats.org/drawingml/2006/chart" xmlns:cs="http://schemas.microsoft.com/office/drawing/2012/chartStyle" xmlns:ns1="http://schemas.openxmlformats.org/officeDocument/2006/extended-properties" xmlns:vt="http://schemas.openxmlformats.org/officeDocument/2006/docPropsVTypes" id="{8ACB6E22-5A27-4D90-8FAF-B5613D76E06A}"/>
              </a:ext>
            </a:extLst>
          </p:cNvPr>
          <p:cNvSpPr>
            <a:spLocks noGrp="1"/>
          </p:cNvSpPr>
          <p:nvPr>
            <p:ph type="subTitle" idx="1"/>
          </p:nvPr>
        </p:nvSpPr>
        <p:spPr>
          <a:xfrm>
            <a:off x="2013856" y="3333750"/>
            <a:ext cx="5111752" cy="437676"/>
          </a:xfrm>
          <a:prstGeom prst="rect">
            <a:avLst/>
          </a:prstGeom>
        </p:spPr>
        <p:txBody>
          <a:bodyPr rtlCol="0"/>
          <a:lstStyle/>
          <a:p>
            <a:r>
              <a:rPr lang="en-US" sz="1800" i="1"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Author: Yevgeniy </a:t>
            </a:r>
            <a:r>
              <a:rPr lang="en-US" sz="1800" i="1" dirty="0" err="1">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Mihdal</a:t>
            </a:r>
            <a:endParaRPr lang="en-US" sz="1800" i="1"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A40D520-153C-4FE9-BF6D-0F52A8FFCCC5}">
        <p14:creationId xmlns="" xmlns:c="http://schemas.openxmlformats.org/drawingml/2006/chart" xmlns:cs="http://schemas.microsoft.com/office/drawing/2012/chartStyle" xmlns:ns1="http://schemas.openxmlformats.org/officeDocument/2006/extended-properties" xmlns:p14="http://schemas.microsoft.com/office/powerpoint/2010/main" xmlns:vt="http://schemas.openxmlformats.org/officeDocument/2006/docPropsVTypes" val="1718966774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345262-B7A6-454F-AC57-84C76408D500}"/>
              </a:ext>
            </a:extLst>
          </p:cNvPr>
          <p:cNvSpPr>
            <a:spLocks noGrp="1"/>
          </p:cNvSpPr>
          <p:nvPr>
            <p:ph type="title"/>
          </p:nvPr>
        </p:nvSpPr>
        <p:spPr>
          <a:xfrm>
            <a:off x="838200" y="666750"/>
            <a:ext cx="7467600" cy="609599"/>
          </a:xfrm>
        </p:spPr>
        <p:txBody>
          <a:bodyPr/>
          <a:lstStyle/>
          <a:p>
            <a:r>
              <a:rPr lang="en-US" b="1" dirty="0"/>
              <a:t>Introduction &amp; Project Goals</a:t>
            </a:r>
            <a:endParaRPr lang="ru-UA" dirty="0"/>
          </a:p>
        </p:txBody>
      </p:sp>
      <p:sp>
        <p:nvSpPr>
          <p:cNvPr id="3" name="Объект 2">
            <a:extLst>
              <a:ext uri="{FF2B5EF4-FFF2-40B4-BE49-F238E27FC236}">
                <a16:creationId xmlns:a16="http://schemas.microsoft.com/office/drawing/2014/main" id="{FB7BADD5-0547-474F-A42A-A1666C2F7C98}"/>
              </a:ext>
            </a:extLst>
          </p:cNvPr>
          <p:cNvSpPr>
            <a:spLocks noGrp="1"/>
          </p:cNvSpPr>
          <p:nvPr>
            <p:ph idx="1"/>
          </p:nvPr>
        </p:nvSpPr>
        <p:spPr/>
        <p:txBody>
          <a:bodyPr>
            <a:normAutofit fontScale="92500"/>
          </a:bodyPr>
          <a:lstStyle/>
          <a:p>
            <a:pPr marL="0" indent="0">
              <a:buNone/>
            </a:pPr>
            <a:r>
              <a:rPr lang="en-US" b="1" dirty="0"/>
              <a:t>Project Objective:</a:t>
            </a:r>
            <a:r>
              <a:rPr lang="en-US" dirty="0"/>
              <a:t> To conduct a comprehensive analysis of 2023 sales data to identify key revenue drivers, evaluate seasonality, and analyze pricing distribution.</a:t>
            </a:r>
          </a:p>
          <a:p>
            <a:pPr marL="0" indent="0">
              <a:buNone/>
            </a:pPr>
            <a:r>
              <a:rPr lang="en-US" b="1" dirty="0"/>
              <a:t>Key Goals:</a:t>
            </a:r>
            <a:endParaRPr lang="en-US" dirty="0"/>
          </a:p>
          <a:p>
            <a:r>
              <a:rPr lang="en-US" dirty="0"/>
              <a:t>Assess overall and monthly sales dynamics.</a:t>
            </a:r>
          </a:p>
          <a:p>
            <a:r>
              <a:rPr lang="en-US" dirty="0"/>
              <a:t>Identify top-performing product categories.</a:t>
            </a:r>
          </a:p>
          <a:p>
            <a:r>
              <a:rPr lang="en-US" dirty="0"/>
              <a:t>Analyze price distribution and customer purchasing patterns to optimize future sales strategies.</a:t>
            </a:r>
          </a:p>
          <a:p>
            <a:endParaRPr lang="ru-UA" dirty="0"/>
          </a:p>
        </p:txBody>
      </p:sp>
    </p:spTree>
    <p:extLst>
      <p:ext uri="{BB962C8B-B14F-4D97-AF65-F5344CB8AC3E}">
        <p14:creationId xmlns:p14="http://schemas.microsoft.com/office/powerpoint/2010/main" val="2483483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s">
    <p:spTree>
      <p:nvGrpSpPr>
        <p:cNvPr id="1" name=""/>
        <p:cNvGrpSpPr/>
        <p:nvPr/>
      </p:nvGrpSpPr>
      <p:grpSpPr>
        <a:xfrm>
          <a:off x="0" y="0"/>
          <a:ext cx="0" cy="0"/>
          <a:chOff x="0" y="0"/>
          <a:chExt cx="0" cy="0"/>
        </a:xfrm>
      </p:grpSpPr>
      <p:sp>
        <p:nvSpPr>
          <p:cNvPr id="2" name="Title 7">
            <a:extLst>
              <a:ext uri="{0D05C27B-6101-4A7F-8C53-4CD28962185F}">
                <a16:creationId xmlns="" xmlns:a16="http://schemas.microsoft.com/office/drawing/2010/main" xmlns:c="http://schemas.openxmlformats.org/drawingml/2006/chart" xmlns:cs="http://schemas.microsoft.com/office/drawing/2012/chartStyle" xmlns:ns1="http://schemas.openxmlformats.org/officeDocument/2006/extended-properties" xmlns:vt="http://schemas.openxmlformats.org/officeDocument/2006/docPropsVTypes" id="{FA711AA7-CB20-495E-8263-908C28E54F12}"/>
              </a:ext>
            </a:extLst>
          </p:cNvPr>
          <p:cNvSpPr>
            <a:spLocks noGrp="1"/>
          </p:cNvSpPr>
          <p:nvPr>
            <p:ph type="title"/>
          </p:nvPr>
        </p:nvSpPr>
        <p:spPr>
          <a:xfrm>
            <a:off x="381000" y="514350"/>
            <a:ext cx="7315200" cy="591841"/>
          </a:xfrm>
        </p:spPr>
        <p:txBody>
          <a:bodyPr rtlCol="0">
            <a:normAutofit fontScale="90000"/>
          </a:bodyPr>
          <a:lstStyle/>
          <a:p>
            <a:r>
              <a:rPr lang="en-US" dirty="0">
                <a:latin typeface="Calibri" panose="020F0502020204030204" pitchFamily="34" charset="0"/>
                <a:ea typeface="Calibri" panose="020F0502020204030204" pitchFamily="34" charset="0"/>
                <a:cs typeface="Calibri" panose="020F0502020204030204" pitchFamily="34" charset="0"/>
              </a:rPr>
              <a:t>Unit Price per Product by Order Date</a:t>
            </a:r>
          </a:p>
        </p:txBody>
      </p:sp>
      <p:pic>
        <p:nvPicPr>
          <p:cNvPr id="3" name="Picture 3"/>
          <p:cNvPicPr>
            <a:picLocks noChangeAspect="1"/>
          </p:cNvPicPr>
          <p:nvPr/>
        </p:nvPicPr>
        <p:blipFill>
          <a:blip r:embed="rId2"/>
          <a:stretch>
            <a:fillRect/>
          </a:stretch>
        </p:blipFill>
        <p:spPr>
          <a:xfrm>
            <a:off x="533400" y="1504950"/>
            <a:ext cx="4953000" cy="2895601"/>
          </a:xfrm>
          <a:prstGeom prst="rect">
            <a:avLst/>
          </a:prstGeom>
        </p:spPr>
      </p:pic>
      <p:graphicFrame>
        <p:nvGraphicFramePr>
          <p:cNvPr id="8" name="Схема 7">
            <a:extLst>
              <a:ext uri="{FF2B5EF4-FFF2-40B4-BE49-F238E27FC236}">
                <a16:creationId xmlns:a16="http://schemas.microsoft.com/office/drawing/2014/main" id="{2F2AAD3C-F831-4815-AF53-025D36C56E97}"/>
              </a:ext>
            </a:extLst>
          </p:cNvPr>
          <p:cNvGraphicFramePr/>
          <p:nvPr>
            <p:extLst>
              <p:ext uri="{D42A27DB-BD31-4B8C-83A1-F6EECF244321}">
                <p14:modId xmlns:p14="http://schemas.microsoft.com/office/powerpoint/2010/main" val="3143097217"/>
              </p:ext>
            </p:extLst>
          </p:nvPr>
        </p:nvGraphicFramePr>
        <p:xfrm>
          <a:off x="5562600" y="1108329"/>
          <a:ext cx="3200400" cy="37548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1CBCA548-1D40-4E8A-BFE0-77E0A16742B7}">
        <p14:creationId xmlns="" xmlns:c="http://schemas.openxmlformats.org/drawingml/2006/chart" xmlns:cs="http://schemas.microsoft.com/office/drawing/2012/chartStyle" xmlns:ns1="http://schemas.openxmlformats.org/officeDocument/2006/extended-properties" xmlns:p14="http://schemas.microsoft.com/office/powerpoint/2010/main" xmlns:vt="http://schemas.openxmlformats.org/officeDocument/2006/docPropsVTypes" val="1718966774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0D05C27B-6101-4A7F-8C53-4CD28962185F}">
                <a16:creationId xmlns="" xmlns:a16="http://schemas.microsoft.com/office/drawing/2010/main" xmlns:c="http://schemas.openxmlformats.org/drawingml/2006/chart" xmlns:cs="http://schemas.microsoft.com/office/drawing/2012/chartStyle" xmlns:ns1="http://schemas.openxmlformats.org/officeDocument/2006/extended-properties" xmlns:vt="http://schemas.openxmlformats.org/officeDocument/2006/docPropsVTypes" id="{FA711AA7-CB20-495E-8263-908C28E54F12}"/>
              </a:ext>
            </a:extLst>
          </p:cNvPr>
          <p:cNvSpPr>
            <a:spLocks noGrp="1"/>
          </p:cNvSpPr>
          <p:nvPr>
            <p:ph type="title"/>
          </p:nvPr>
        </p:nvSpPr>
        <p:spPr>
          <a:xfrm>
            <a:off x="457200" y="514350"/>
            <a:ext cx="7543800" cy="450529"/>
          </a:xfrm>
        </p:spPr>
        <p:txBody>
          <a:bodyPr rtlCol="0">
            <a:normAutofit fontScale="90000"/>
          </a:bodyPr>
          <a:lstStyle/>
          <a:p>
            <a:r>
              <a:rPr lang="en-US" dirty="0">
                <a:latin typeface="Calibri" panose="020F0502020204030204" pitchFamily="34" charset="0"/>
                <a:ea typeface="Calibri" panose="020F0502020204030204" pitchFamily="34" charset="0"/>
                <a:cs typeface="Calibri" panose="020F0502020204030204" pitchFamily="34" charset="0"/>
              </a:rPr>
              <a:t>Price distribution by range</a:t>
            </a:r>
          </a:p>
        </p:txBody>
      </p:sp>
      <p:pic>
        <p:nvPicPr>
          <p:cNvPr id="3" name="Picture 3"/>
          <p:cNvPicPr>
            <a:picLocks noChangeAspect="1"/>
          </p:cNvPicPr>
          <p:nvPr/>
        </p:nvPicPr>
        <p:blipFill>
          <a:blip r:embed="rId2"/>
          <a:stretch>
            <a:fillRect/>
          </a:stretch>
        </p:blipFill>
        <p:spPr>
          <a:xfrm>
            <a:off x="533400" y="1200150"/>
            <a:ext cx="4826000" cy="3286706"/>
          </a:xfrm>
          <a:prstGeom prst="rect">
            <a:avLst/>
          </a:prstGeom>
        </p:spPr>
      </p:pic>
      <p:graphicFrame>
        <p:nvGraphicFramePr>
          <p:cNvPr id="8" name="Схема 7">
            <a:extLst>
              <a:ext uri="{FF2B5EF4-FFF2-40B4-BE49-F238E27FC236}">
                <a16:creationId xmlns:a16="http://schemas.microsoft.com/office/drawing/2014/main" id="{E43A5532-BEF9-46C1-BE2F-FF1D1917BDD0}"/>
              </a:ext>
            </a:extLst>
          </p:cNvPr>
          <p:cNvGraphicFramePr/>
          <p:nvPr>
            <p:extLst>
              <p:ext uri="{D42A27DB-BD31-4B8C-83A1-F6EECF244321}">
                <p14:modId xmlns:p14="http://schemas.microsoft.com/office/powerpoint/2010/main" val="1979968221"/>
              </p:ext>
            </p:extLst>
          </p:nvPr>
        </p:nvGraphicFramePr>
        <p:xfrm>
          <a:off x="5383107" y="1089177"/>
          <a:ext cx="3227493" cy="17543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0D05C27B-6101-4A7F-8C53-4CD28962185F}">
                <a16:creationId xmlns="" xmlns:a16="http://schemas.microsoft.com/office/drawing/2010/main" xmlns:c="http://schemas.openxmlformats.org/drawingml/2006/chart" xmlns:cs="http://schemas.microsoft.com/office/drawing/2012/chartStyle" xmlns:ns1="http://schemas.openxmlformats.org/officeDocument/2006/extended-properties" xmlns:vt="http://schemas.openxmlformats.org/officeDocument/2006/docPropsVTypes" id="{FA711AA7-CB20-495E-8263-908C28E54F12}"/>
              </a:ext>
            </a:extLst>
          </p:cNvPr>
          <p:cNvSpPr>
            <a:spLocks noGrp="1"/>
          </p:cNvSpPr>
          <p:nvPr>
            <p:ph type="title"/>
          </p:nvPr>
        </p:nvSpPr>
        <p:spPr>
          <a:xfrm>
            <a:off x="441960" y="347558"/>
            <a:ext cx="8229600" cy="471592"/>
          </a:xfrm>
        </p:spPr>
        <p:txBody>
          <a:bodyPr rtlCol="0">
            <a:normAutofit fontScale="90000"/>
          </a:bodyPr>
          <a:lstStyle/>
          <a:p>
            <a:r>
              <a:rPr lang="en-US" dirty="0"/>
              <a:t>Top Product by Price &amp; Top 5 Product </a:t>
            </a: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3"/>
          <p:cNvPicPr>
            <a:picLocks noChangeAspect="1"/>
          </p:cNvPicPr>
          <p:nvPr/>
        </p:nvPicPr>
        <p:blipFill>
          <a:blip r:embed="rId2"/>
          <a:stretch>
            <a:fillRect/>
          </a:stretch>
        </p:blipFill>
        <p:spPr>
          <a:xfrm>
            <a:off x="441960" y="895350"/>
            <a:ext cx="5029200" cy="1905000"/>
          </a:xfrm>
          <a:prstGeom prst="rect">
            <a:avLst/>
          </a:prstGeom>
        </p:spPr>
      </p:pic>
      <p:graphicFrame>
        <p:nvGraphicFramePr>
          <p:cNvPr id="9" name="Схема 8">
            <a:extLst>
              <a:ext uri="{FF2B5EF4-FFF2-40B4-BE49-F238E27FC236}">
                <a16:creationId xmlns:a16="http://schemas.microsoft.com/office/drawing/2014/main" id="{296ED55E-D4A2-46A1-8956-D6C050809612}"/>
              </a:ext>
            </a:extLst>
          </p:cNvPr>
          <p:cNvGraphicFramePr/>
          <p:nvPr/>
        </p:nvGraphicFramePr>
        <p:xfrm>
          <a:off x="5699760" y="1047750"/>
          <a:ext cx="2971800" cy="28623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3">
            <a:extLst>
              <a:ext uri="{FF2B5EF4-FFF2-40B4-BE49-F238E27FC236}">
                <a16:creationId xmlns:a16="http://schemas.microsoft.com/office/drawing/2014/main" id="{D552A86D-E998-4791-A19D-B2D826DE8271}"/>
              </a:ext>
            </a:extLst>
          </p:cNvPr>
          <p:cNvPicPr>
            <a:picLocks noChangeAspect="1"/>
          </p:cNvPicPr>
          <p:nvPr/>
        </p:nvPicPr>
        <p:blipFill>
          <a:blip r:embed="rId8"/>
          <a:stretch>
            <a:fillRect/>
          </a:stretch>
        </p:blipFill>
        <p:spPr>
          <a:xfrm>
            <a:off x="457200" y="2876550"/>
            <a:ext cx="5029200" cy="1828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0D05C27B-6101-4A7F-8C53-4CD28962185F}">
                <a16:creationId xmlns="" xmlns:a16="http://schemas.microsoft.com/office/drawing/2010/main" xmlns:c="http://schemas.openxmlformats.org/drawingml/2006/chart" xmlns:cs="http://schemas.microsoft.com/office/drawing/2012/chartStyle" xmlns:ns1="http://schemas.openxmlformats.org/officeDocument/2006/extended-properties" xmlns:vt="http://schemas.openxmlformats.org/officeDocument/2006/docPropsVTypes" id="{FA711AA7-CB20-495E-8263-908C28E54F12}"/>
              </a:ext>
            </a:extLst>
          </p:cNvPr>
          <p:cNvSpPr>
            <a:spLocks noGrp="1"/>
          </p:cNvSpPr>
          <p:nvPr>
            <p:ph type="title"/>
          </p:nvPr>
        </p:nvSpPr>
        <p:spPr/>
        <p:txBody>
          <a:bodyPr rtlCol="0"/>
          <a:lstStyle/>
          <a:p>
            <a:r>
              <a:rPr lang="en-US" dirty="0">
                <a:latin typeface="Calibri" panose="020F0502020204030204" pitchFamily="34" charset="0"/>
                <a:ea typeface="Calibri" panose="020F0502020204030204" pitchFamily="34" charset="0"/>
                <a:cs typeface="Calibri" panose="020F0502020204030204" pitchFamily="34" charset="0"/>
              </a:rPr>
              <a:t>Monthly sales linearity for the year</a:t>
            </a:r>
          </a:p>
        </p:txBody>
      </p:sp>
      <p:pic>
        <p:nvPicPr>
          <p:cNvPr id="3" name="Picture 3"/>
          <p:cNvPicPr>
            <a:picLocks noChangeAspect="1"/>
          </p:cNvPicPr>
          <p:nvPr/>
        </p:nvPicPr>
        <p:blipFill>
          <a:blip r:embed="rId2"/>
          <a:stretch>
            <a:fillRect/>
          </a:stretch>
        </p:blipFill>
        <p:spPr>
          <a:xfrm>
            <a:off x="762000" y="1428750"/>
            <a:ext cx="4572000" cy="3048000"/>
          </a:xfrm>
          <a:prstGeom prst="rect">
            <a:avLst/>
          </a:prstGeom>
        </p:spPr>
      </p:pic>
      <p:graphicFrame>
        <p:nvGraphicFramePr>
          <p:cNvPr id="8" name="Схема 7">
            <a:extLst>
              <a:ext uri="{FF2B5EF4-FFF2-40B4-BE49-F238E27FC236}">
                <a16:creationId xmlns:a16="http://schemas.microsoft.com/office/drawing/2014/main" id="{28FC3906-4EA7-4ED9-8366-74F314AFE269}"/>
              </a:ext>
            </a:extLst>
          </p:cNvPr>
          <p:cNvGraphicFramePr/>
          <p:nvPr/>
        </p:nvGraphicFramePr>
        <p:xfrm>
          <a:off x="5486400" y="1352550"/>
          <a:ext cx="3048000" cy="2308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0D05C27B-6101-4A7F-8C53-4CD28962185F}">
                <a16:creationId xmlns="" xmlns:a16="http://schemas.microsoft.com/office/drawing/2010/main" xmlns:c="http://schemas.openxmlformats.org/drawingml/2006/chart" xmlns:cs="http://schemas.microsoft.com/office/drawing/2012/chartStyle" xmlns:ns1="http://schemas.openxmlformats.org/officeDocument/2006/extended-properties" xmlns:vt="http://schemas.openxmlformats.org/officeDocument/2006/docPropsVTypes" id="{FA711AA7-CB20-495E-8263-908C28E54F12}"/>
              </a:ext>
            </a:extLst>
          </p:cNvPr>
          <p:cNvSpPr>
            <a:spLocks noGrp="1"/>
          </p:cNvSpPr>
          <p:nvPr>
            <p:ph type="title"/>
          </p:nvPr>
        </p:nvSpPr>
        <p:spPr>
          <a:xfrm>
            <a:off x="762000" y="349045"/>
            <a:ext cx="7620000" cy="698705"/>
          </a:xfrm>
        </p:spPr>
        <p:txBody>
          <a:bodyPr rtlCol="0"/>
          <a:lstStyle/>
          <a:p>
            <a:r>
              <a:rPr lang="en-US" dirty="0">
                <a:latin typeface="Calibri" panose="020F0502020204030204" pitchFamily="34" charset="0"/>
                <a:ea typeface="Calibri" panose="020F0502020204030204" pitchFamily="34" charset="0"/>
                <a:cs typeface="Calibri" panose="020F0502020204030204" pitchFamily="34" charset="0"/>
              </a:rPr>
              <a:t>Pricing </a:t>
            </a:r>
            <a:r>
              <a:rPr lang="en-US" dirty="0" err="1">
                <a:latin typeface="Calibri" panose="020F0502020204030204" pitchFamily="34" charset="0"/>
                <a:ea typeface="Calibri" panose="020F0502020204030204" pitchFamily="34" charset="0"/>
                <a:cs typeface="Calibri" panose="020F0502020204030204" pitchFamily="34" charset="0"/>
              </a:rPr>
              <a:t>Analisis</a:t>
            </a:r>
            <a:r>
              <a:rPr lang="en-US" dirty="0">
                <a:latin typeface="Calibri" panose="020F0502020204030204" pitchFamily="34" charset="0"/>
                <a:ea typeface="Calibri" panose="020F0502020204030204" pitchFamily="34" charset="0"/>
                <a:cs typeface="Calibri" panose="020F0502020204030204" pitchFamily="34" charset="0"/>
              </a:rPr>
              <a:t>: MTD Period</a:t>
            </a:r>
          </a:p>
        </p:txBody>
      </p:sp>
      <p:pic>
        <p:nvPicPr>
          <p:cNvPr id="3" name="Picture 3"/>
          <p:cNvPicPr>
            <a:picLocks noChangeAspect="1"/>
          </p:cNvPicPr>
          <p:nvPr/>
        </p:nvPicPr>
        <p:blipFill>
          <a:blip r:embed="rId2"/>
          <a:stretch>
            <a:fillRect/>
          </a:stretch>
        </p:blipFill>
        <p:spPr>
          <a:xfrm>
            <a:off x="762000" y="1352550"/>
            <a:ext cx="5257800" cy="3124200"/>
          </a:xfrm>
          <a:prstGeom prst="rect">
            <a:avLst/>
          </a:prstGeom>
        </p:spPr>
      </p:pic>
      <p:graphicFrame>
        <p:nvGraphicFramePr>
          <p:cNvPr id="8" name="Схема 7">
            <a:extLst>
              <a:ext uri="{FF2B5EF4-FFF2-40B4-BE49-F238E27FC236}">
                <a16:creationId xmlns:a16="http://schemas.microsoft.com/office/drawing/2014/main" id="{FCA68C84-A3DB-4D11-85FF-F9376E748F60}"/>
              </a:ext>
            </a:extLst>
          </p:cNvPr>
          <p:cNvGraphicFramePr/>
          <p:nvPr/>
        </p:nvGraphicFramePr>
        <p:xfrm>
          <a:off x="6172200" y="1276350"/>
          <a:ext cx="2362200" cy="2308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0D05C27B-6101-4A7F-8C53-4CD28962185F}">
                <a16:creationId xmlns="" xmlns:a16="http://schemas.microsoft.com/office/drawing/2010/main" xmlns:c="http://schemas.openxmlformats.org/drawingml/2006/chart" xmlns:cs="http://schemas.microsoft.com/office/drawing/2012/chartStyle" xmlns:ns1="http://schemas.openxmlformats.org/officeDocument/2006/extended-properties" xmlns:vt="http://schemas.openxmlformats.org/officeDocument/2006/docPropsVTypes" id="{FA711AA7-CB20-495E-8263-908C28E54F12}"/>
              </a:ext>
            </a:extLst>
          </p:cNvPr>
          <p:cNvSpPr>
            <a:spLocks noGrp="1"/>
          </p:cNvSpPr>
          <p:nvPr>
            <p:ph type="title"/>
          </p:nvPr>
        </p:nvSpPr>
        <p:spPr>
          <a:xfrm>
            <a:off x="762000" y="349045"/>
            <a:ext cx="7620000" cy="698705"/>
          </a:xfrm>
        </p:spPr>
        <p:txBody>
          <a:bodyPr rtlCol="0"/>
          <a:lstStyle/>
          <a:p>
            <a:r>
              <a:rPr lang="en-US" dirty="0">
                <a:latin typeface="Calibri" panose="020F0502020204030204" pitchFamily="34" charset="0"/>
                <a:ea typeface="Calibri" panose="020F0502020204030204" pitchFamily="34" charset="0"/>
                <a:cs typeface="Calibri" panose="020F0502020204030204" pitchFamily="34" charset="0"/>
              </a:rPr>
              <a:t>Cumulative annual sales Trend</a:t>
            </a:r>
          </a:p>
        </p:txBody>
      </p:sp>
      <p:pic>
        <p:nvPicPr>
          <p:cNvPr id="3" name="Picture 3"/>
          <p:cNvPicPr>
            <a:picLocks noChangeAspect="1"/>
          </p:cNvPicPr>
          <p:nvPr/>
        </p:nvPicPr>
        <p:blipFill>
          <a:blip r:embed="rId2"/>
          <a:stretch>
            <a:fillRect/>
          </a:stretch>
        </p:blipFill>
        <p:spPr>
          <a:xfrm>
            <a:off x="762000" y="1428750"/>
            <a:ext cx="4953000" cy="3048000"/>
          </a:xfrm>
          <a:prstGeom prst="rect">
            <a:avLst/>
          </a:prstGeom>
        </p:spPr>
      </p:pic>
      <p:graphicFrame>
        <p:nvGraphicFramePr>
          <p:cNvPr id="8" name="Схема 7">
            <a:extLst>
              <a:ext uri="{FF2B5EF4-FFF2-40B4-BE49-F238E27FC236}">
                <a16:creationId xmlns:a16="http://schemas.microsoft.com/office/drawing/2014/main" id="{08EC74FD-0AE9-469C-BF17-6FDB17D464AF}"/>
              </a:ext>
            </a:extLst>
          </p:cNvPr>
          <p:cNvGraphicFramePr/>
          <p:nvPr/>
        </p:nvGraphicFramePr>
        <p:xfrm>
          <a:off x="5791200" y="1352550"/>
          <a:ext cx="2971800" cy="2031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0D05C27B-6101-4A7F-8C53-4CD28962185F}">
                <a16:creationId xmlns="" xmlns:a16="http://schemas.microsoft.com/office/drawing/2010/main" xmlns:c="http://schemas.openxmlformats.org/drawingml/2006/chart" xmlns:cs="http://schemas.microsoft.com/office/drawing/2012/chartStyle" xmlns:ns1="http://schemas.openxmlformats.org/officeDocument/2006/extended-properties" xmlns:vt="http://schemas.openxmlformats.org/officeDocument/2006/docPropsVTypes" id="{FA711AA7-CB20-495E-8263-908C28E54F12}"/>
              </a:ext>
            </a:extLst>
          </p:cNvPr>
          <p:cNvSpPr>
            <a:spLocks noGrp="1"/>
          </p:cNvSpPr>
          <p:nvPr>
            <p:ph type="title"/>
          </p:nvPr>
        </p:nvSpPr>
        <p:spPr>
          <a:xfrm>
            <a:off x="762000" y="349045"/>
            <a:ext cx="7620000" cy="698705"/>
          </a:xfrm>
        </p:spPr>
        <p:txBody>
          <a:bodyPr rtlCol="0"/>
          <a:lstStyle/>
          <a:p>
            <a:r>
              <a:rPr lang="en-US" dirty="0"/>
              <a:t>Weekly Sales with Forecast</a:t>
            </a: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3"/>
          <p:cNvPicPr>
            <a:picLocks noChangeAspect="1"/>
          </p:cNvPicPr>
          <p:nvPr/>
        </p:nvPicPr>
        <p:blipFill>
          <a:blip r:embed="rId2"/>
          <a:stretch>
            <a:fillRect/>
          </a:stretch>
        </p:blipFill>
        <p:spPr>
          <a:xfrm>
            <a:off x="762000" y="1352550"/>
            <a:ext cx="5029200" cy="3124200"/>
          </a:xfrm>
          <a:prstGeom prst="rect">
            <a:avLst/>
          </a:prstGeom>
        </p:spPr>
      </p:pic>
      <p:graphicFrame>
        <p:nvGraphicFramePr>
          <p:cNvPr id="8" name="Схема 7">
            <a:extLst>
              <a:ext uri="{FF2B5EF4-FFF2-40B4-BE49-F238E27FC236}">
                <a16:creationId xmlns:a16="http://schemas.microsoft.com/office/drawing/2014/main" id="{19B046BF-EB57-4483-9AB2-41E3828CEDAB}"/>
              </a:ext>
            </a:extLst>
          </p:cNvPr>
          <p:cNvGraphicFramePr/>
          <p:nvPr/>
        </p:nvGraphicFramePr>
        <p:xfrm>
          <a:off x="5943600" y="1279088"/>
          <a:ext cx="2743200" cy="25853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0D05C27B-6101-4A7F-8C53-4CD28962185F}">
                <a16:creationId xmlns="" xmlns:a16="http://schemas.microsoft.com/office/drawing/2010/main" xmlns:c="http://schemas.openxmlformats.org/drawingml/2006/chart" xmlns:cs="http://schemas.microsoft.com/office/drawing/2012/chartStyle" xmlns:ns1="http://schemas.openxmlformats.org/officeDocument/2006/extended-properties" xmlns:vt="http://schemas.openxmlformats.org/officeDocument/2006/docPropsVTypes" id="{FA711AA7-CB20-495E-8263-908C28E54F12}"/>
              </a:ext>
            </a:extLst>
          </p:cNvPr>
          <p:cNvSpPr>
            <a:spLocks noGrp="1"/>
          </p:cNvSpPr>
          <p:nvPr>
            <p:ph type="title"/>
          </p:nvPr>
        </p:nvSpPr>
        <p:spPr>
          <a:xfrm>
            <a:off x="762000" y="349045"/>
            <a:ext cx="7620000" cy="698705"/>
          </a:xfrm>
        </p:spPr>
        <p:txBody>
          <a:bodyPr rtlCol="0"/>
          <a:lstStyle/>
          <a:p>
            <a:r>
              <a:rPr lang="en-US" dirty="0">
                <a:latin typeface="Calibri" panose="020F0502020204030204" pitchFamily="34" charset="0"/>
                <a:ea typeface="Calibri" panose="020F0502020204030204" pitchFamily="34" charset="0"/>
                <a:cs typeface="Calibri" panose="020F0502020204030204" pitchFamily="34" charset="0"/>
              </a:rPr>
              <a:t>Monthly Sales Trend by Product</a:t>
            </a:r>
          </a:p>
        </p:txBody>
      </p:sp>
      <p:pic>
        <p:nvPicPr>
          <p:cNvPr id="3" name="Picture 3"/>
          <p:cNvPicPr>
            <a:picLocks noChangeAspect="1"/>
          </p:cNvPicPr>
          <p:nvPr/>
        </p:nvPicPr>
        <p:blipFill>
          <a:blip r:embed="rId2"/>
          <a:stretch>
            <a:fillRect/>
          </a:stretch>
        </p:blipFill>
        <p:spPr>
          <a:xfrm>
            <a:off x="762000" y="1352550"/>
            <a:ext cx="5029200" cy="3124200"/>
          </a:xfrm>
          <a:prstGeom prst="rect">
            <a:avLst/>
          </a:prstGeom>
        </p:spPr>
      </p:pic>
      <p:graphicFrame>
        <p:nvGraphicFramePr>
          <p:cNvPr id="9" name="Схема 8">
            <a:extLst>
              <a:ext uri="{FF2B5EF4-FFF2-40B4-BE49-F238E27FC236}">
                <a16:creationId xmlns:a16="http://schemas.microsoft.com/office/drawing/2014/main" id="{9DF631FF-37B1-4F0B-A394-94DD41244587}"/>
              </a:ext>
            </a:extLst>
          </p:cNvPr>
          <p:cNvGraphicFramePr/>
          <p:nvPr>
            <p:extLst>
              <p:ext uri="{D42A27DB-BD31-4B8C-83A1-F6EECF244321}">
                <p14:modId xmlns:p14="http://schemas.microsoft.com/office/powerpoint/2010/main" val="1765624296"/>
              </p:ext>
            </p:extLst>
          </p:nvPr>
        </p:nvGraphicFramePr>
        <p:xfrm>
          <a:off x="6019801" y="1276350"/>
          <a:ext cx="2607732" cy="28623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0D05C27B-6101-4A7F-8C53-4CD28962185F}">
                <a16:creationId xmlns="" xmlns:a16="http://schemas.microsoft.com/office/drawing/2010/main" xmlns:c="http://schemas.openxmlformats.org/drawingml/2006/chart" xmlns:cs="http://schemas.microsoft.com/office/drawing/2012/chartStyle" xmlns:ns1="http://schemas.openxmlformats.org/officeDocument/2006/extended-properties" xmlns:vt="http://schemas.openxmlformats.org/officeDocument/2006/docPropsVTypes" id="{FA711AA7-CB20-495E-8263-908C28E54F12}"/>
              </a:ext>
            </a:extLst>
          </p:cNvPr>
          <p:cNvSpPr>
            <a:spLocks noGrp="1"/>
          </p:cNvSpPr>
          <p:nvPr>
            <p:ph type="title"/>
          </p:nvPr>
        </p:nvSpPr>
        <p:spPr>
          <a:xfrm>
            <a:off x="762000" y="349045"/>
            <a:ext cx="7620000" cy="698705"/>
          </a:xfrm>
        </p:spPr>
        <p:txBody>
          <a:bodyPr rtlCol="0"/>
          <a:lstStyle/>
          <a:p>
            <a:r>
              <a:rPr lang="en-US" dirty="0">
                <a:latin typeface="Calibri" panose="020F0502020204030204" pitchFamily="34" charset="0"/>
                <a:ea typeface="Calibri" panose="020F0502020204030204" pitchFamily="34" charset="0"/>
                <a:cs typeface="Calibri" panose="020F0502020204030204" pitchFamily="34" charset="0"/>
              </a:rPr>
              <a:t>Quantity Ordered By Date</a:t>
            </a:r>
          </a:p>
        </p:txBody>
      </p:sp>
      <p:pic>
        <p:nvPicPr>
          <p:cNvPr id="3" name="Picture 3"/>
          <p:cNvPicPr>
            <a:picLocks noChangeAspect="1"/>
          </p:cNvPicPr>
          <p:nvPr/>
        </p:nvPicPr>
        <p:blipFill>
          <a:blip r:embed="rId2"/>
          <a:stretch>
            <a:fillRect/>
          </a:stretch>
        </p:blipFill>
        <p:spPr>
          <a:xfrm>
            <a:off x="762000" y="1352550"/>
            <a:ext cx="5029200" cy="3124200"/>
          </a:xfrm>
          <a:prstGeom prst="rect">
            <a:avLst/>
          </a:prstGeom>
        </p:spPr>
      </p:pic>
      <p:graphicFrame>
        <p:nvGraphicFramePr>
          <p:cNvPr id="8" name="Схема 7">
            <a:extLst>
              <a:ext uri="{FF2B5EF4-FFF2-40B4-BE49-F238E27FC236}">
                <a16:creationId xmlns:a16="http://schemas.microsoft.com/office/drawing/2014/main" id="{47AC57F9-FB59-42DB-81F1-54A59261F803}"/>
              </a:ext>
            </a:extLst>
          </p:cNvPr>
          <p:cNvGraphicFramePr/>
          <p:nvPr>
            <p:extLst>
              <p:ext uri="{D42A27DB-BD31-4B8C-83A1-F6EECF244321}">
                <p14:modId xmlns:p14="http://schemas.microsoft.com/office/powerpoint/2010/main" val="3152797970"/>
              </p:ext>
            </p:extLst>
          </p:nvPr>
        </p:nvGraphicFramePr>
        <p:xfrm>
          <a:off x="5943600" y="1276350"/>
          <a:ext cx="2590800" cy="25853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82A028E-BFF3-4EB7-9602-E395C9161F1A}"/>
              </a:ext>
            </a:extLst>
          </p:cNvPr>
          <p:cNvSpPr>
            <a:spLocks noGrp="1"/>
          </p:cNvSpPr>
          <p:nvPr>
            <p:ph type="title"/>
          </p:nvPr>
        </p:nvSpPr>
        <p:spPr>
          <a:xfrm>
            <a:off x="762000" y="349045"/>
            <a:ext cx="7620000" cy="710880"/>
          </a:xfrm>
        </p:spPr>
        <p:txBody>
          <a:bodyPr/>
          <a:lstStyle/>
          <a:p>
            <a:r>
              <a:rPr lang="en-US" dirty="0"/>
              <a:t>	Conclusions &amp; Summary</a:t>
            </a:r>
            <a:endParaRPr lang="ru-UA" dirty="0"/>
          </a:p>
        </p:txBody>
      </p:sp>
      <p:graphicFrame>
        <p:nvGraphicFramePr>
          <p:cNvPr id="5" name="Объект 4">
            <a:extLst>
              <a:ext uri="{FF2B5EF4-FFF2-40B4-BE49-F238E27FC236}">
                <a16:creationId xmlns:a16="http://schemas.microsoft.com/office/drawing/2014/main" id="{1B56BD1B-EB93-41B8-9C16-02A007A995AC}"/>
              </a:ext>
            </a:extLst>
          </p:cNvPr>
          <p:cNvGraphicFramePr>
            <a:graphicFrameLocks noGrp="1"/>
          </p:cNvGraphicFramePr>
          <p:nvPr>
            <p:ph idx="1"/>
            <p:extLst>
              <p:ext uri="{D42A27DB-BD31-4B8C-83A1-F6EECF244321}">
                <p14:modId xmlns:p14="http://schemas.microsoft.com/office/powerpoint/2010/main" val="3478976313"/>
              </p:ext>
            </p:extLst>
          </p:nvPr>
        </p:nvGraphicFramePr>
        <p:xfrm>
          <a:off x="762000" y="1429256"/>
          <a:ext cx="7696200" cy="30469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9667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s">
    <p:spTree>
      <p:nvGrpSpPr>
        <p:cNvPr id="1" name=""/>
        <p:cNvGrpSpPr/>
        <p:nvPr/>
      </p:nvGrpSpPr>
      <p:grpSpPr>
        <a:xfrm>
          <a:off x="0" y="0"/>
          <a:ext cx="0" cy="0"/>
          <a:chOff x="0" y="0"/>
          <a:chExt cx="0" cy="0"/>
        </a:xfrm>
      </p:grpSpPr>
      <p:sp>
        <p:nvSpPr>
          <p:cNvPr id="2" name="Title 1">
            <a:extLst>
              <a:ext uri="{EEAC5867-5B2B-45D2-8C23-C6C18025B047}">
                <a16:creationId xmlns="" xmlns:a16="http://schemas.microsoft.com/office/drawing/2010/main" xmlns:c="http://schemas.openxmlformats.org/drawingml/2006/chart" xmlns:cs="http://schemas.microsoft.com/office/drawing/2012/chartStyle" xmlns:ns1="http://schemas.openxmlformats.org/officeDocument/2006/extended-properties" xmlns:vt="http://schemas.openxmlformats.org/officeDocument/2006/docPropsVTypes" id="{E172354C-B50F-475F-9280-B0470341E64B}"/>
              </a:ext>
            </a:extLst>
          </p:cNvPr>
          <p:cNvSpPr>
            <a:spLocks noGrp="1"/>
          </p:cNvSpPr>
          <p:nvPr>
            <p:ph type="title"/>
          </p:nvPr>
        </p:nvSpPr>
        <p:spPr/>
        <p:txBody>
          <a:bodyPr rtlCol="0"/>
          <a:lstStyle/>
          <a:p>
            <a:r>
              <a:rPr lang="en-US" dirty="0">
                <a:latin typeface="Arial Rounded MT Bold" panose="020F0704030504030204" pitchFamily="34" charset="0"/>
              </a:rPr>
              <a:t>Thank you</a:t>
            </a:r>
          </a:p>
        </p:txBody>
      </p:sp>
    </p:spTree>
    <p:extLst>
      <p:ext uri="{54996464-521A-45E9-B0CE-20CE5E08864C}">
        <p14:creationId xmlns="" xmlns:c="http://schemas.openxmlformats.org/drawingml/2006/chart" xmlns:cs="http://schemas.microsoft.com/office/drawing/2012/chartStyle" xmlns:ns1="http://schemas.openxmlformats.org/officeDocument/2006/extended-properties" xmlns:p14="http://schemas.microsoft.com/office/powerpoint/2010/main" xmlns:vt="http://schemas.openxmlformats.org/officeDocument/2006/docPropsVTypes" val="17189667744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YOUT" val="threePicAndTx"/>
</p:tagLst>
</file>

<file path=ppt/tags/tag2.xml><?xml version="1.0" encoding="utf-8"?>
<p:tagLst xmlns:a="http://schemas.openxmlformats.org/drawingml/2006/main" xmlns:r="http://schemas.openxmlformats.org/officeDocument/2006/relationships" xmlns:p="http://schemas.openxmlformats.org/presentationml/2006/main">
  <p:tag name="LAYOUT" val="fourPic"/>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7.jpeg"/></Relationships>
</file>

<file path=ppt/theme/theme1.xml><?xml version="1.0" encoding="utf-8"?>
<a:theme xmlns:a="http://schemas.openxmlformats.org/drawingml/2006/main" name="Натуральные материалы">
  <a:themeElements>
    <a:clrScheme name="Натуральные материалы">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Натуральные материалы">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Натуральные материалы">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Whitepaper">
  <a:themeElements>
    <a:clrScheme name="Whitepaper">
      <a:dk1>
        <a:srgbClr val="000000"/>
      </a:dk1>
      <a:lt1>
        <a:srgbClr val="FFFFFF"/>
      </a:lt1>
      <a:dk2>
        <a:srgbClr val="171C23"/>
      </a:dk2>
      <a:lt2>
        <a:srgbClr val="F7FCFC"/>
      </a:lt2>
      <a:accent1>
        <a:srgbClr val="42C3C9"/>
      </a:accent1>
      <a:accent2>
        <a:srgbClr val="FFC94A"/>
      </a:accent2>
      <a:accent3>
        <a:srgbClr val="F2494B"/>
      </a:accent3>
      <a:accent4>
        <a:srgbClr val="FF7B43"/>
      </a:accent4>
      <a:accent5>
        <a:srgbClr val="775E9E"/>
      </a:accent5>
      <a:accent6>
        <a:srgbClr val="C1408A"/>
      </a:accent6>
      <a:hlink>
        <a:srgbClr val="2D83D8"/>
      </a:hlink>
      <a:folHlink>
        <a:srgbClr val="C1408A"/>
      </a:folHlink>
    </a:clrScheme>
    <a:fontScheme name="Whitepaper">
      <a:majorFont>
        <a:latin typeface="Open Sans"/>
        <a:ea typeface=""/>
        <a:cs typeface=""/>
      </a:majorFont>
      <a:minorFont>
        <a:latin typeface="Open Sans"/>
        <a:ea typeface=""/>
        <a:cs typeface=""/>
      </a:minorFont>
    </a:fontScheme>
    <a:fmtScheme name="Whitepap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a:noFill/>
          <a:prstDash val="solid"/>
        </a:ln>
        <a:ln w="25400" cap="flat">
          <a:solidFill>
            <a:schemeClr val="phClr"/>
          </a:solidFill>
          <a:prstDash val="solid"/>
        </a:ln>
        <a:ln w="38100" cap="flat">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blipFill dpi="0" rotWithShape="1">
          <a:blip xmlns:r="http://schemas.openxmlformats.org/officeDocument/2006/relationships" r:embed="rId1">
            <a:duotone>
              <a:schemeClr val="phClr">
                <a:shade val="10000"/>
                <a:satMod val="400000"/>
              </a:schemeClr>
              <a:schemeClr val="phClr">
                <a:tint val="90000"/>
                <a:satMod val="200000"/>
              </a:schemeClr>
            </a:duotone>
          </a:blip>
          <a:tile tx="0" ty="0" sx="100000" sy="100000" algn="tl"/>
        </a:blipFill>
        <a:gradFill rotWithShape="1">
          <a:gsLst>
            <a:gs pos="0">
              <a:schemeClr val="phClr">
                <a:tint val="80000"/>
                <a:satMod val="300000"/>
              </a:schemeClr>
            </a:gs>
            <a:gs pos="100000">
              <a:schemeClr val="phClr">
                <a:shade val="60000"/>
                <a:satMod val="200000"/>
              </a:schemeClr>
            </a:gs>
          </a:gsLst>
          <a:path path="circle">
            <a:fillToRect l="50000" t="50000" r="50000" b="50000"/>
          </a:path>
        </a:gradFill>
      </a:bgFillStyleLst>
    </a:fmtScheme>
  </a:themeElements>
  <a:objectDefaults>
    <a:spDef>
      <a:spPr/>
      <a:bodyPr rtlCol="0" anchor="ctr"/>
      <a:lstStyle>
        <a:lvl1pPr lvl="0" algn="ctr"/>
      </a:lstStyle>
      <a:style>
        <a:lnRef idx="0">
          <a:scrgbClr r="0" g="0" b="0"/>
        </a:lnRef>
        <a:fillRef idx="1">
          <a:schemeClr val="accent1"/>
        </a:fillRef>
        <a:effectRef idx="0">
          <a:schemeClr val="accent1"/>
        </a:effectRef>
        <a:fontRef idx="none"/>
      </a:style>
    </a:spDef>
    <a:lnDef>
      <a:spPr>
        <a:ln w="19050" cap="flat">
          <a:solidFill>
            <a:schemeClr val="accent1">
              <a:lumMod val="75000"/>
            </a:schemeClr>
          </a:solidFill>
          <a:prstDash val="solid"/>
          <a:round/>
        </a:ln>
      </a:spPr>
      <a:bodyPr rtlCol="0" anchor="ctr"/>
      <a:lstStyle>
        <a:lvl1pPr lvl="0" algn="ctr"/>
      </a:lstStyle>
    </a:lnDef>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132</TotalTime>
  <Words>640</Words>
  <Application>Microsoft Office PowerPoint</Application>
  <PresentationFormat>Экран (16:9)</PresentationFormat>
  <Paragraphs>32</Paragraphs>
  <Slides>13</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13</vt:i4>
      </vt:variant>
    </vt:vector>
  </HeadingPairs>
  <TitlesOfParts>
    <vt:vector size="19" baseType="lpstr">
      <vt:lpstr>Calibri</vt:lpstr>
      <vt:lpstr>Garamond</vt:lpstr>
      <vt:lpstr>Arial Rounded MT Bold</vt:lpstr>
      <vt:lpstr>Open Sans</vt:lpstr>
      <vt:lpstr>Arial</vt:lpstr>
      <vt:lpstr>Натуральные материалы</vt:lpstr>
      <vt:lpstr>Monthly Electronics Price Trends 2022-24</vt:lpstr>
      <vt:lpstr>Introduction &amp; Project Goals</vt:lpstr>
      <vt:lpstr>Unit Price per Product by Order Date</vt:lpstr>
      <vt:lpstr>Price distribution by range</vt:lpstr>
      <vt:lpstr>Top Product by Price &amp; Top 5 Product </vt:lpstr>
      <vt:lpstr>Monthly sales linearity for the year</vt:lpstr>
      <vt:lpstr>Pricing Analisis: MTD Period</vt:lpstr>
      <vt:lpstr>Cumulative annual sales Trend</vt:lpstr>
      <vt:lpstr>Weekly Sales with Forecast</vt:lpstr>
      <vt:lpstr>Monthly Sales Trend by Product</vt:lpstr>
      <vt:lpstr>Quantity Ordered By Date</vt:lpstr>
      <vt:lpstr> Conclusions &amp; Summary</vt:lpstr>
      <vt:lpstr>Thank you</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Юлия Мигдаль</dc:creator>
  <cp:lastModifiedBy>Юлия Мигдаль</cp:lastModifiedBy>
  <cp:revision>26</cp:revision>
  <dcterms:created xsi:type="dcterms:W3CDTF">2024-05-08T21:44:28Z</dcterms:created>
  <dcterms:modified xsi:type="dcterms:W3CDTF">2026-03-17T19:07:09Z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2024-06-21T11:53:16Z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767611b0-f9f4-434a-b797-b22aa5d11206</vt:lpwstr>
  </property>
  <property fmtid="{D5CDD505-2E9C-101B-9397-08002B2CF9AE}" pid="7" name="MSIP_Label_defa4170-0d19-0005-0004-bc88714345d2_ActionId">
    <vt:lpwstr>272a29f2-058d-4689-9e55-9c2b587df1c5</vt:lpwstr>
  </property>
  <property fmtid="{D5CDD505-2E9C-101B-9397-08002B2CF9AE}" pid="8" name="MSIP_Label_defa4170-0d19-0005-0004-bc88714345d2_ContentBits">
    <vt:lpwstr>0</vt:lpwstr>
  </property>
</Properties>
</file>